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66" r:id="rId10"/>
    <p:sldId id="276" r:id="rId11"/>
    <p:sldId id="288" r:id="rId12"/>
    <p:sldId id="289" r:id="rId13"/>
    <p:sldId id="290" r:id="rId14"/>
    <p:sldId id="267" r:id="rId15"/>
    <p:sldId id="271" r:id="rId16"/>
    <p:sldId id="268" r:id="rId17"/>
    <p:sldId id="269" r:id="rId18"/>
    <p:sldId id="282" r:id="rId19"/>
    <p:sldId id="283" r:id="rId20"/>
    <p:sldId id="284" r:id="rId21"/>
    <p:sldId id="285" r:id="rId22"/>
    <p:sldId id="278" r:id="rId23"/>
    <p:sldId id="277" r:id="rId24"/>
    <p:sldId id="280" r:id="rId25"/>
    <p:sldId id="281" r:id="rId26"/>
    <p:sldId id="279" r:id="rId27"/>
    <p:sldId id="293" r:id="rId28"/>
    <p:sldId id="291" r:id="rId29"/>
    <p:sldId id="292" r:id="rId30"/>
    <p:sldId id="270" r:id="rId31"/>
  </p:sldIdLst>
  <p:sldSz cx="9144000" cy="6858000" type="screen4x3"/>
  <p:notesSz cx="68119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F9AAD-579F-427C-8169-2EF117347D27}" v="165" dt="2025-09-02T04:20:17.946"/>
  </p1510:revLst>
</p1510:revInfo>
</file>

<file path=ppt/tableStyles.xml><?xml version="1.0" encoding="utf-8"?>
<a:tblStyleLst xmlns:a="http://schemas.openxmlformats.org/drawingml/2006/main" def="{8E62F8AC-4029-4E4F-970A-79537DD6D501}">
  <a:tblStyle styleId="{8E62F8AC-4029-4E4F-970A-79537DD6D50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8"/>
          </a:solidFill>
        </a:fill>
      </a:tcStyle>
    </a:wholeTbl>
    <a:band1H>
      <a:tcTxStyle/>
      <a:tcStyle>
        <a:tcBdr/>
        <a:fill>
          <a:solidFill>
            <a:srgbClr val="CADEF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EF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07E68F-8D17-45CF-92B6-64CFE90AFC0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deep Sugumar" userId="5cf0d9fb6b20a052" providerId="LiveId" clId="{521CA736-D494-44CB-8A15-3BEB564E73CC}"/>
    <pc:docChg chg="undo custSel modSld">
      <pc:chgData name="Shandeep Sugumar" userId="5cf0d9fb6b20a052" providerId="LiveId" clId="{521CA736-D494-44CB-8A15-3BEB564E73CC}" dt="2025-07-14T10:07:07.874" v="112" actId="20577"/>
      <pc:docMkLst>
        <pc:docMk/>
      </pc:docMkLst>
      <pc:sldChg chg="modSp mod">
        <pc:chgData name="Shandeep Sugumar" userId="5cf0d9fb6b20a052" providerId="LiveId" clId="{521CA736-D494-44CB-8A15-3BEB564E73CC}" dt="2025-07-14T08:12:37.236" v="29" actId="20577"/>
        <pc:sldMkLst>
          <pc:docMk/>
          <pc:sldMk cId="0" sldId="256"/>
        </pc:sldMkLst>
      </pc:sldChg>
      <pc:sldChg chg="modSp mod">
        <pc:chgData name="Shandeep Sugumar" userId="5cf0d9fb6b20a052" providerId="LiveId" clId="{521CA736-D494-44CB-8A15-3BEB564E73CC}" dt="2025-07-14T08:12:44.100" v="31" actId="20577"/>
        <pc:sldMkLst>
          <pc:docMk/>
          <pc:sldMk cId="0" sldId="257"/>
        </pc:sldMkLst>
      </pc:sldChg>
      <pc:sldChg chg="modSp mod">
        <pc:chgData name="Shandeep Sugumar" userId="5cf0d9fb6b20a052" providerId="LiveId" clId="{521CA736-D494-44CB-8A15-3BEB564E73CC}" dt="2025-07-14T08:12:49.232" v="33" actId="20577"/>
        <pc:sldMkLst>
          <pc:docMk/>
          <pc:sldMk cId="0" sldId="258"/>
        </pc:sldMkLst>
      </pc:sldChg>
      <pc:sldChg chg="modSp mod">
        <pc:chgData name="Shandeep Sugumar" userId="5cf0d9fb6b20a052" providerId="LiveId" clId="{521CA736-D494-44CB-8A15-3BEB564E73CC}" dt="2025-07-14T08:12:54.488" v="35" actId="20577"/>
        <pc:sldMkLst>
          <pc:docMk/>
          <pc:sldMk cId="0" sldId="259"/>
        </pc:sldMkLst>
      </pc:sldChg>
      <pc:sldChg chg="modSp mod">
        <pc:chgData name="Shandeep Sugumar" userId="5cf0d9fb6b20a052" providerId="LiveId" clId="{521CA736-D494-44CB-8A15-3BEB564E73CC}" dt="2025-07-14T08:26:09.165" v="77" actId="1076"/>
        <pc:sldMkLst>
          <pc:docMk/>
          <pc:sldMk cId="0" sldId="266"/>
        </pc:sldMkLst>
      </pc:sldChg>
      <pc:sldChg chg="modSp mod">
        <pc:chgData name="Shandeep Sugumar" userId="5cf0d9fb6b20a052" providerId="LiveId" clId="{521CA736-D494-44CB-8A15-3BEB564E73CC}" dt="2025-07-14T10:00:03.714" v="87" actId="120"/>
        <pc:sldMkLst>
          <pc:docMk/>
          <pc:sldMk cId="0" sldId="267"/>
        </pc:sldMkLst>
      </pc:sldChg>
      <pc:sldChg chg="modSp mod">
        <pc:chgData name="Shandeep Sugumar" userId="5cf0d9fb6b20a052" providerId="LiveId" clId="{521CA736-D494-44CB-8A15-3BEB564E73CC}" dt="2025-07-14T08:44:50.702" v="80" actId="1076"/>
        <pc:sldMkLst>
          <pc:docMk/>
          <pc:sldMk cId="0" sldId="268"/>
        </pc:sldMkLst>
      </pc:sldChg>
      <pc:sldChg chg="modSp mod">
        <pc:chgData name="Shandeep Sugumar" userId="5cf0d9fb6b20a052" providerId="LiveId" clId="{521CA736-D494-44CB-8A15-3BEB564E73CC}" dt="2025-07-14T10:06:04.305" v="100" actId="113"/>
        <pc:sldMkLst>
          <pc:docMk/>
          <pc:sldMk cId="0" sldId="269"/>
        </pc:sldMkLst>
      </pc:sldChg>
      <pc:sldChg chg="modSp mod">
        <pc:chgData name="Shandeep Sugumar" userId="5cf0d9fb6b20a052" providerId="LiveId" clId="{521CA736-D494-44CB-8A15-3BEB564E73CC}" dt="2025-07-14T08:13:38.344" v="55" actId="20577"/>
        <pc:sldMkLst>
          <pc:docMk/>
          <pc:sldMk cId="0" sldId="270"/>
        </pc:sldMkLst>
      </pc:sldChg>
      <pc:sldChg chg="modSp mod">
        <pc:chgData name="Shandeep Sugumar" userId="5cf0d9fb6b20a052" providerId="LiveId" clId="{521CA736-D494-44CB-8A15-3BEB564E73CC}" dt="2025-07-14T10:07:07.874" v="112" actId="20577"/>
        <pc:sldMkLst>
          <pc:docMk/>
          <pc:sldMk cId="775965575" sldId="271"/>
        </pc:sldMkLst>
      </pc:sldChg>
      <pc:sldChg chg="modSp mod">
        <pc:chgData name="Shandeep Sugumar" userId="5cf0d9fb6b20a052" providerId="LiveId" clId="{521CA736-D494-44CB-8A15-3BEB564E73CC}" dt="2025-07-14T08:12:58.539" v="37" actId="20577"/>
        <pc:sldMkLst>
          <pc:docMk/>
          <pc:sldMk cId="4153510954" sldId="272"/>
        </pc:sldMkLst>
      </pc:sldChg>
      <pc:sldChg chg="modSp mod">
        <pc:chgData name="Shandeep Sugumar" userId="5cf0d9fb6b20a052" providerId="LiveId" clId="{521CA736-D494-44CB-8A15-3BEB564E73CC}" dt="2025-07-14T08:13:04.504" v="39" actId="20577"/>
        <pc:sldMkLst>
          <pc:docMk/>
          <pc:sldMk cId="3302870645" sldId="273"/>
        </pc:sldMkLst>
      </pc:sldChg>
      <pc:sldChg chg="modSp mod">
        <pc:chgData name="Shandeep Sugumar" userId="5cf0d9fb6b20a052" providerId="LiveId" clId="{521CA736-D494-44CB-8A15-3BEB564E73CC}" dt="2025-07-14T08:13:09.064" v="41" actId="20577"/>
        <pc:sldMkLst>
          <pc:docMk/>
          <pc:sldMk cId="408300920" sldId="274"/>
        </pc:sldMkLst>
      </pc:sldChg>
      <pc:sldChg chg="modSp mod">
        <pc:chgData name="Shandeep Sugumar" userId="5cf0d9fb6b20a052" providerId="LiveId" clId="{521CA736-D494-44CB-8A15-3BEB564E73CC}" dt="2025-07-14T08:13:13.572" v="43" actId="20577"/>
        <pc:sldMkLst>
          <pc:docMk/>
          <pc:sldMk cId="2881641046" sldId="275"/>
        </pc:sldMkLst>
      </pc:sldChg>
    </pc:docChg>
  </pc:docChgLst>
  <pc:docChgLst>
    <pc:chgData name="Shandeep Sugumar" userId="5cf0d9fb6b20a052" providerId="LiveId" clId="{67BF9AAD-579F-427C-8169-2EF117347D27}"/>
    <pc:docChg chg="undo redo custSel addSld delSld modSld sldOrd">
      <pc:chgData name="Shandeep Sugumar" userId="5cf0d9fb6b20a052" providerId="LiveId" clId="{67BF9AAD-579F-427C-8169-2EF117347D27}" dt="2025-09-02T04:20:30.001" v="1525" actId="1076"/>
      <pc:docMkLst>
        <pc:docMk/>
      </pc:docMkLst>
      <pc:sldChg chg="modSp mod">
        <pc:chgData name="Shandeep Sugumar" userId="5cf0d9fb6b20a052" providerId="LiveId" clId="{67BF9AAD-579F-427C-8169-2EF117347D27}" dt="2025-09-01T09:24:23.011" v="1365" actId="20577"/>
        <pc:sldMkLst>
          <pc:docMk/>
          <pc:sldMk cId="0" sldId="266"/>
        </pc:sldMkLst>
        <pc:spChg chg="mod">
          <ac:chgData name="Shandeep Sugumar" userId="5cf0d9fb6b20a052" providerId="LiveId" clId="{67BF9AAD-579F-427C-8169-2EF117347D27}" dt="2025-09-01T09:24:23.011" v="1365" actId="20577"/>
          <ac:spMkLst>
            <pc:docMk/>
            <pc:sldMk cId="0" sldId="266"/>
            <ac:spMk id="148" creationId="{00000000-0000-0000-0000-000000000000}"/>
          </ac:spMkLst>
        </pc:spChg>
      </pc:sldChg>
      <pc:sldChg chg="addSp delSp modSp new mod">
        <pc:chgData name="Shandeep Sugumar" userId="5cf0d9fb6b20a052" providerId="LiveId" clId="{67BF9AAD-579F-427C-8169-2EF117347D27}" dt="2025-09-02T04:20:30.001" v="1525" actId="1076"/>
        <pc:sldMkLst>
          <pc:docMk/>
          <pc:sldMk cId="1114336338" sldId="276"/>
        </pc:sldMkLst>
        <pc:spChg chg="mod">
          <ac:chgData name="Shandeep Sugumar" userId="5cf0d9fb6b20a052" providerId="LiveId" clId="{67BF9AAD-579F-427C-8169-2EF117347D27}" dt="2025-09-01T03:47:03.509" v="248" actId="1076"/>
          <ac:spMkLst>
            <pc:docMk/>
            <pc:sldMk cId="1114336338" sldId="276"/>
            <ac:spMk id="2" creationId="{8ED47E28-6DE9-9967-9565-E7A4A10EEE15}"/>
          </ac:spMkLst>
        </pc:spChg>
        <pc:spChg chg="del mod">
          <ac:chgData name="Shandeep Sugumar" userId="5cf0d9fb6b20a052" providerId="LiveId" clId="{67BF9AAD-579F-427C-8169-2EF117347D27}" dt="2025-09-01T03:26:51.902" v="3" actId="478"/>
          <ac:spMkLst>
            <pc:docMk/>
            <pc:sldMk cId="1114336338" sldId="276"/>
            <ac:spMk id="3" creationId="{C9027B5F-B167-0859-A71C-5B9FA70D7EDD}"/>
          </ac:spMkLst>
        </pc:spChg>
        <pc:spChg chg="add mod">
          <ac:chgData name="Shandeep Sugumar" userId="5cf0d9fb6b20a052" providerId="LiveId" clId="{67BF9AAD-579F-427C-8169-2EF117347D27}" dt="2025-09-01T03:40:17.268" v="190" actId="164"/>
          <ac:spMkLst>
            <pc:docMk/>
            <pc:sldMk cId="1114336338" sldId="276"/>
            <ac:spMk id="4" creationId="{9DC6E99A-49A1-7898-6B6B-309B687F4893}"/>
          </ac:spMkLst>
        </pc:spChg>
        <pc:spChg chg="add mod">
          <ac:chgData name="Shandeep Sugumar" userId="5cf0d9fb6b20a052" providerId="LiveId" clId="{67BF9AAD-579F-427C-8169-2EF117347D27}" dt="2025-09-01T03:43:50.347" v="245" actId="14100"/>
          <ac:spMkLst>
            <pc:docMk/>
            <pc:sldMk cId="1114336338" sldId="276"/>
            <ac:spMk id="5" creationId="{FA1F6C53-9889-55BC-5B40-D9085646C794}"/>
          </ac:spMkLst>
        </pc:spChg>
        <pc:spChg chg="add mod">
          <ac:chgData name="Shandeep Sugumar" userId="5cf0d9fb6b20a052" providerId="LiveId" clId="{67BF9AAD-579F-427C-8169-2EF117347D27}" dt="2025-09-01T03:32:05.377" v="26" actId="164"/>
          <ac:spMkLst>
            <pc:docMk/>
            <pc:sldMk cId="1114336338" sldId="276"/>
            <ac:spMk id="6" creationId="{B5BD0682-4794-84F0-CD99-A53ECAF2762D}"/>
          </ac:spMkLst>
        </pc:spChg>
        <pc:spChg chg="add mod">
          <ac:chgData name="Shandeep Sugumar" userId="5cf0d9fb6b20a052" providerId="LiveId" clId="{67BF9AAD-579F-427C-8169-2EF117347D27}" dt="2025-09-01T03:32:05.377" v="26" actId="164"/>
          <ac:spMkLst>
            <pc:docMk/>
            <pc:sldMk cId="1114336338" sldId="276"/>
            <ac:spMk id="7" creationId="{021A6C6F-350C-5920-B132-162ABF338D0E}"/>
          </ac:spMkLst>
        </pc:spChg>
        <pc:spChg chg="add mod">
          <ac:chgData name="Shandeep Sugumar" userId="5cf0d9fb6b20a052" providerId="LiveId" clId="{67BF9AAD-579F-427C-8169-2EF117347D27}" dt="2025-09-01T03:40:02.417" v="187" actId="164"/>
          <ac:spMkLst>
            <pc:docMk/>
            <pc:sldMk cId="1114336338" sldId="276"/>
            <ac:spMk id="9" creationId="{25CC9BA2-80DF-A8DE-BA18-FD1F53E3575B}"/>
          </ac:spMkLst>
        </pc:spChg>
        <pc:spChg chg="add mod">
          <ac:chgData name="Shandeep Sugumar" userId="5cf0d9fb6b20a052" providerId="LiveId" clId="{67BF9AAD-579F-427C-8169-2EF117347D27}" dt="2025-09-01T03:40:02.417" v="187" actId="164"/>
          <ac:spMkLst>
            <pc:docMk/>
            <pc:sldMk cId="1114336338" sldId="276"/>
            <ac:spMk id="10" creationId="{4D9C64B7-F5EA-690E-9E3B-7E73DF371BAC}"/>
          </ac:spMkLst>
        </pc:spChg>
        <pc:spChg chg="mod">
          <ac:chgData name="Shandeep Sugumar" userId="5cf0d9fb6b20a052" providerId="LiveId" clId="{67BF9AAD-579F-427C-8169-2EF117347D27}" dt="2025-09-01T03:33:52.974" v="68"/>
          <ac:spMkLst>
            <pc:docMk/>
            <pc:sldMk cId="1114336338" sldId="276"/>
            <ac:spMk id="12" creationId="{00105943-BBD3-56E3-182A-9D8668CEA565}"/>
          </ac:spMkLst>
        </pc:spChg>
        <pc:spChg chg="mod">
          <ac:chgData name="Shandeep Sugumar" userId="5cf0d9fb6b20a052" providerId="LiveId" clId="{67BF9AAD-579F-427C-8169-2EF117347D27}" dt="2025-09-01T03:33:52.974" v="68"/>
          <ac:spMkLst>
            <pc:docMk/>
            <pc:sldMk cId="1114336338" sldId="276"/>
            <ac:spMk id="13" creationId="{56E691D2-9792-46E6-3807-F70D45BACA59}"/>
          </ac:spMkLst>
        </pc:spChg>
        <pc:spChg chg="add mod">
          <ac:chgData name="Shandeep Sugumar" userId="5cf0d9fb6b20a052" providerId="LiveId" clId="{67BF9AAD-579F-427C-8169-2EF117347D27}" dt="2025-09-01T03:40:33.563" v="194" actId="164"/>
          <ac:spMkLst>
            <pc:docMk/>
            <pc:sldMk cId="1114336338" sldId="276"/>
            <ac:spMk id="14" creationId="{290A4153-6C67-FFA3-4A03-258EA5CFBA4F}"/>
          </ac:spMkLst>
        </pc:spChg>
        <pc:spChg chg="add mod">
          <ac:chgData name="Shandeep Sugumar" userId="5cf0d9fb6b20a052" providerId="LiveId" clId="{67BF9AAD-579F-427C-8169-2EF117347D27}" dt="2025-09-01T08:48:34.203" v="1320" actId="20577"/>
          <ac:spMkLst>
            <pc:docMk/>
            <pc:sldMk cId="1114336338" sldId="276"/>
            <ac:spMk id="15" creationId="{A25E1087-8086-8675-E462-F3FADB01E02F}"/>
          </ac:spMkLst>
        </pc:spChg>
        <pc:spChg chg="mod">
          <ac:chgData name="Shandeep Sugumar" userId="5cf0d9fb6b20a052" providerId="LiveId" clId="{67BF9AAD-579F-427C-8169-2EF117347D27}" dt="2025-09-01T03:35:17.505" v="116"/>
          <ac:spMkLst>
            <pc:docMk/>
            <pc:sldMk cId="1114336338" sldId="276"/>
            <ac:spMk id="17" creationId="{226EF174-D826-23DE-A181-C9445BED34F8}"/>
          </ac:spMkLst>
        </pc:spChg>
        <pc:spChg chg="mod">
          <ac:chgData name="Shandeep Sugumar" userId="5cf0d9fb6b20a052" providerId="LiveId" clId="{67BF9AAD-579F-427C-8169-2EF117347D27}" dt="2025-09-01T03:35:17.505" v="116"/>
          <ac:spMkLst>
            <pc:docMk/>
            <pc:sldMk cId="1114336338" sldId="276"/>
            <ac:spMk id="18" creationId="{352864B0-A351-5ADC-5474-B9BA7CDEFD69}"/>
          </ac:spMkLst>
        </pc:spChg>
        <pc:spChg chg="add del mod">
          <ac:chgData name="Shandeep Sugumar" userId="5cf0d9fb6b20a052" providerId="LiveId" clId="{67BF9AAD-579F-427C-8169-2EF117347D27}" dt="2025-09-01T03:35:48.796" v="125" actId="478"/>
          <ac:spMkLst>
            <pc:docMk/>
            <pc:sldMk cId="1114336338" sldId="276"/>
            <ac:spMk id="19" creationId="{84E8625D-1348-B4B0-C542-37A0377AF246}"/>
          </ac:spMkLst>
        </pc:spChg>
        <pc:spChg chg="add mod">
          <ac:chgData name="Shandeep Sugumar" userId="5cf0d9fb6b20a052" providerId="LiveId" clId="{67BF9AAD-579F-427C-8169-2EF117347D27}" dt="2025-09-02T04:20:01.358" v="1521" actId="164"/>
          <ac:spMkLst>
            <pc:docMk/>
            <pc:sldMk cId="1114336338" sldId="276"/>
            <ac:spMk id="19" creationId="{FC6650D0-B02C-DA94-53C7-FC18B835B576}"/>
          </ac:spMkLst>
        </pc:spChg>
        <pc:spChg chg="add mod">
          <ac:chgData name="Shandeep Sugumar" userId="5cf0d9fb6b20a052" providerId="LiveId" clId="{67BF9AAD-579F-427C-8169-2EF117347D27}" dt="2025-09-02T04:20:01.358" v="1521" actId="164"/>
          <ac:spMkLst>
            <pc:docMk/>
            <pc:sldMk cId="1114336338" sldId="276"/>
            <ac:spMk id="20" creationId="{BF291FD0-EDE4-130A-6D2E-EE46845ADE64}"/>
          </ac:spMkLst>
        </pc:spChg>
        <pc:spChg chg="add del mod">
          <ac:chgData name="Shandeep Sugumar" userId="5cf0d9fb6b20a052" providerId="LiveId" clId="{67BF9AAD-579F-427C-8169-2EF117347D27}" dt="2025-09-01T03:35:44.927" v="124" actId="478"/>
          <ac:spMkLst>
            <pc:docMk/>
            <pc:sldMk cId="1114336338" sldId="276"/>
            <ac:spMk id="20" creationId="{CAF410D9-687F-0CED-12DD-366F4227318F}"/>
          </ac:spMkLst>
        </pc:spChg>
        <pc:spChg chg="mod">
          <ac:chgData name="Shandeep Sugumar" userId="5cf0d9fb6b20a052" providerId="LiveId" clId="{67BF9AAD-579F-427C-8169-2EF117347D27}" dt="2025-09-01T03:35:17.925" v="117"/>
          <ac:spMkLst>
            <pc:docMk/>
            <pc:sldMk cId="1114336338" sldId="276"/>
            <ac:spMk id="22" creationId="{6A12EFC8-0694-006F-B686-7045BE2439CC}"/>
          </ac:spMkLst>
        </pc:spChg>
        <pc:spChg chg="add mod">
          <ac:chgData name="Shandeep Sugumar" userId="5cf0d9fb6b20a052" providerId="LiveId" clId="{67BF9AAD-579F-427C-8169-2EF117347D27}" dt="2025-09-02T04:20:30.001" v="1525" actId="1076"/>
          <ac:spMkLst>
            <pc:docMk/>
            <pc:sldMk cId="1114336338" sldId="276"/>
            <ac:spMk id="22" creationId="{8454A646-4093-C375-4AB6-15A0961DB729}"/>
          </ac:spMkLst>
        </pc:spChg>
        <pc:spChg chg="mod">
          <ac:chgData name="Shandeep Sugumar" userId="5cf0d9fb6b20a052" providerId="LiveId" clId="{67BF9AAD-579F-427C-8169-2EF117347D27}" dt="2025-09-01T03:35:17.925" v="117"/>
          <ac:spMkLst>
            <pc:docMk/>
            <pc:sldMk cId="1114336338" sldId="276"/>
            <ac:spMk id="23" creationId="{CC17D8B6-5C56-0F03-1A40-BE1F3AD514B8}"/>
          </ac:spMkLst>
        </pc:spChg>
        <pc:spChg chg="add mod">
          <ac:chgData name="Shandeep Sugumar" userId="5cf0d9fb6b20a052" providerId="LiveId" clId="{67BF9AAD-579F-427C-8169-2EF117347D27}" dt="2025-09-01T03:40:56.196" v="198" actId="164"/>
          <ac:spMkLst>
            <pc:docMk/>
            <pc:sldMk cId="1114336338" sldId="276"/>
            <ac:spMk id="24" creationId="{4FD1E548-0800-780C-7995-84DB8E6324A0}"/>
          </ac:spMkLst>
        </pc:spChg>
        <pc:spChg chg="add mod">
          <ac:chgData name="Shandeep Sugumar" userId="5cf0d9fb6b20a052" providerId="LiveId" clId="{67BF9AAD-579F-427C-8169-2EF117347D27}" dt="2025-09-01T03:40:56.196" v="198" actId="164"/>
          <ac:spMkLst>
            <pc:docMk/>
            <pc:sldMk cId="1114336338" sldId="276"/>
            <ac:spMk id="25" creationId="{D0F06239-C056-66BB-DD3C-3ECFC4A97FA2}"/>
          </ac:spMkLst>
        </pc:spChg>
        <pc:spChg chg="add del mod">
          <ac:chgData name="Shandeep Sugumar" userId="5cf0d9fb6b20a052" providerId="LiveId" clId="{67BF9AAD-579F-427C-8169-2EF117347D27}" dt="2025-09-01T03:36:09.059" v="128"/>
          <ac:spMkLst>
            <pc:docMk/>
            <pc:sldMk cId="1114336338" sldId="276"/>
            <ac:spMk id="26" creationId="{B524FF9C-C32E-1BB7-B898-EFD20F9EC003}"/>
          </ac:spMkLst>
        </pc:spChg>
        <pc:spChg chg="add mod">
          <ac:chgData name="Shandeep Sugumar" userId="5cf0d9fb6b20a052" providerId="LiveId" clId="{67BF9AAD-579F-427C-8169-2EF117347D27}" dt="2025-09-01T03:38:16.166" v="166" actId="164"/>
          <ac:spMkLst>
            <pc:docMk/>
            <pc:sldMk cId="1114336338" sldId="276"/>
            <ac:spMk id="27" creationId="{3F44D3F5-A98F-8D10-4AED-62E3D43EA596}"/>
          </ac:spMkLst>
        </pc:spChg>
        <pc:spChg chg="add mod">
          <ac:chgData name="Shandeep Sugumar" userId="5cf0d9fb6b20a052" providerId="LiveId" clId="{67BF9AAD-579F-427C-8169-2EF117347D27}" dt="2025-09-01T03:38:16.166" v="166" actId="164"/>
          <ac:spMkLst>
            <pc:docMk/>
            <pc:sldMk cId="1114336338" sldId="276"/>
            <ac:spMk id="28" creationId="{B548F0E6-6FD5-2FAA-2676-6FD9581AF90A}"/>
          </ac:spMkLst>
        </pc:spChg>
        <pc:spChg chg="mod">
          <ac:chgData name="Shandeep Sugumar" userId="5cf0d9fb6b20a052" providerId="LiveId" clId="{67BF9AAD-579F-427C-8169-2EF117347D27}" dt="2025-09-01T03:38:05.273" v="163"/>
          <ac:spMkLst>
            <pc:docMk/>
            <pc:sldMk cId="1114336338" sldId="276"/>
            <ac:spMk id="30" creationId="{953DED43-C755-5054-997D-52EFD269C98D}"/>
          </ac:spMkLst>
        </pc:spChg>
        <pc:spChg chg="mod">
          <ac:chgData name="Shandeep Sugumar" userId="5cf0d9fb6b20a052" providerId="LiveId" clId="{67BF9AAD-579F-427C-8169-2EF117347D27}" dt="2025-09-01T03:38:05.273" v="163"/>
          <ac:spMkLst>
            <pc:docMk/>
            <pc:sldMk cId="1114336338" sldId="276"/>
            <ac:spMk id="31" creationId="{DC84C469-714B-391F-176F-0937EAECF57E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35" creationId="{F0F8716F-0C17-1B27-2E39-AFDFA366FEAE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36" creationId="{7327D09A-ABBB-5076-5B66-AB10C1B9A245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37" creationId="{FC219679-B1FB-20CC-A11B-22A0753964DC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38" creationId="{1C327CB9-7986-6421-FAE3-BC57221E36EB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45" creationId="{AA5A6617-C7FA-573C-1079-8FF822745F22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46" creationId="{A5CBDA21-5329-9DE8-3A87-537765735A97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47" creationId="{E995052F-9DB0-3DD1-A7AD-67C8539D2ECC}"/>
          </ac:spMkLst>
        </pc:spChg>
        <pc:spChg chg="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48" creationId="{76E088BA-18F0-0525-39C8-B8A84BDD6955}"/>
          </ac:spMkLst>
        </pc:spChg>
        <pc:spChg chg="mod">
          <ac:chgData name="Shandeep Sugumar" userId="5cf0d9fb6b20a052" providerId="LiveId" clId="{67BF9AAD-579F-427C-8169-2EF117347D27}" dt="2025-09-01T03:42:13.388" v="208"/>
          <ac:spMkLst>
            <pc:docMk/>
            <pc:sldMk cId="1114336338" sldId="276"/>
            <ac:spMk id="51" creationId="{9F3AA4F0-059E-4CCA-CBBE-26BDE751A63B}"/>
          </ac:spMkLst>
        </pc:spChg>
        <pc:spChg chg="mod">
          <ac:chgData name="Shandeep Sugumar" userId="5cf0d9fb6b20a052" providerId="LiveId" clId="{67BF9AAD-579F-427C-8169-2EF117347D27}" dt="2025-09-01T03:42:13.388" v="208"/>
          <ac:spMkLst>
            <pc:docMk/>
            <pc:sldMk cId="1114336338" sldId="276"/>
            <ac:spMk id="52" creationId="{8F694580-BA9C-3278-6045-28D6317B9E1A}"/>
          </ac:spMkLst>
        </pc:spChg>
        <pc:spChg chg="mod">
          <ac:chgData name="Shandeep Sugumar" userId="5cf0d9fb6b20a052" providerId="LiveId" clId="{67BF9AAD-579F-427C-8169-2EF117347D27}" dt="2025-09-01T03:42:13.388" v="208"/>
          <ac:spMkLst>
            <pc:docMk/>
            <pc:sldMk cId="1114336338" sldId="276"/>
            <ac:spMk id="53" creationId="{CF82CC13-0E0E-54F0-169C-BDBD374B2982}"/>
          </ac:spMkLst>
        </pc:spChg>
        <pc:spChg chg="mod">
          <ac:chgData name="Shandeep Sugumar" userId="5cf0d9fb6b20a052" providerId="LiveId" clId="{67BF9AAD-579F-427C-8169-2EF117347D27}" dt="2025-09-01T03:42:13.388" v="208"/>
          <ac:spMkLst>
            <pc:docMk/>
            <pc:sldMk cId="1114336338" sldId="276"/>
            <ac:spMk id="54" creationId="{C116369D-A57F-BCF4-6895-2ABFFD34BC98}"/>
          </ac:spMkLst>
        </pc:spChg>
        <pc:spChg chg="add mod">
          <ac:chgData name="Shandeep Sugumar" userId="5cf0d9fb6b20a052" providerId="LiveId" clId="{67BF9AAD-579F-427C-8169-2EF117347D27}" dt="2025-09-01T03:49:12.373" v="296" actId="14100"/>
          <ac:spMkLst>
            <pc:docMk/>
            <pc:sldMk cId="1114336338" sldId="276"/>
            <ac:spMk id="57" creationId="{93F13088-9BFE-5489-BEA9-3647276B6C79}"/>
          </ac:spMkLst>
        </pc:spChg>
        <pc:spChg chg="add mod">
          <ac:chgData name="Shandeep Sugumar" userId="5cf0d9fb6b20a052" providerId="LiveId" clId="{67BF9AAD-579F-427C-8169-2EF117347D27}" dt="2025-09-01T03:49:59.001" v="340" actId="1036"/>
          <ac:spMkLst>
            <pc:docMk/>
            <pc:sldMk cId="1114336338" sldId="276"/>
            <ac:spMk id="58" creationId="{C56A15BE-2810-156C-18B7-F2C6C2F36DAA}"/>
          </ac:spMkLst>
        </pc:spChg>
        <pc:spChg chg="add mod">
          <ac:chgData name="Shandeep Sugumar" userId="5cf0d9fb6b20a052" providerId="LiveId" clId="{67BF9AAD-579F-427C-8169-2EF117347D27}" dt="2025-09-01T03:50:23.972" v="345" actId="1076"/>
          <ac:spMkLst>
            <pc:docMk/>
            <pc:sldMk cId="1114336338" sldId="276"/>
            <ac:spMk id="59" creationId="{58A92498-826A-5685-187E-78ABB8DB5784}"/>
          </ac:spMkLst>
        </pc:spChg>
        <pc:spChg chg="add mod">
          <ac:chgData name="Shandeep Sugumar" userId="5cf0d9fb6b20a052" providerId="LiveId" clId="{67BF9AAD-579F-427C-8169-2EF117347D27}" dt="2025-09-01T08:51:16.431" v="1325" actId="1076"/>
          <ac:spMkLst>
            <pc:docMk/>
            <pc:sldMk cId="1114336338" sldId="276"/>
            <ac:spMk id="60" creationId="{D4B138C3-294C-351A-5E76-D5CED2931340}"/>
          </ac:spMkLst>
        </pc:spChg>
        <pc:spChg chg="add del">
          <ac:chgData name="Shandeep Sugumar" userId="5cf0d9fb6b20a052" providerId="LiveId" clId="{67BF9AAD-579F-427C-8169-2EF117347D27}" dt="2025-09-01T03:51:36.313" v="352" actId="478"/>
          <ac:spMkLst>
            <pc:docMk/>
            <pc:sldMk cId="1114336338" sldId="276"/>
            <ac:spMk id="61" creationId="{73C40B56-2E72-0DCE-00B2-8AFDC61151EE}"/>
          </ac:spMkLst>
        </pc:spChg>
        <pc:spChg chg="add del mod">
          <ac:chgData name="Shandeep Sugumar" userId="5cf0d9fb6b20a052" providerId="LiveId" clId="{67BF9AAD-579F-427C-8169-2EF117347D27}" dt="2025-09-01T08:51:08.687" v="1324" actId="478"/>
          <ac:spMkLst>
            <pc:docMk/>
            <pc:sldMk cId="1114336338" sldId="276"/>
            <ac:spMk id="62" creationId="{C6FA7328-D70D-9118-5759-B1EDFE1ED77C}"/>
          </ac:spMkLst>
        </pc:spChg>
        <pc:spChg chg="add mod">
          <ac:chgData name="Shandeep Sugumar" userId="5cf0d9fb6b20a052" providerId="LiveId" clId="{67BF9AAD-579F-427C-8169-2EF117347D27}" dt="2025-09-02T04:20:17.946" v="1524"/>
          <ac:spMkLst>
            <pc:docMk/>
            <pc:sldMk cId="1114336338" sldId="276"/>
            <ac:spMk id="63" creationId="{FCF5D5D1-DBE8-3CE1-D11C-D1562AA7B779}"/>
          </ac:spMkLst>
        </pc:spChg>
        <pc:grpChg chg="add mod">
          <ac:chgData name="Shandeep Sugumar" userId="5cf0d9fb6b20a052" providerId="LiveId" clId="{67BF9AAD-579F-427C-8169-2EF117347D27}" dt="2025-09-02T04:20:15.278" v="1523" actId="1076"/>
          <ac:grpSpMkLst>
            <pc:docMk/>
            <pc:sldMk cId="1114336338" sldId="276"/>
            <ac:grpSpMk id="3" creationId="{DD8E495B-AC9B-524A-4187-04FFB3FC68B6}"/>
          </ac:grpSpMkLst>
        </pc:grpChg>
        <pc:grpChg chg="add mod">
          <ac:chgData name="Shandeep Sugumar" userId="5cf0d9fb6b20a052" providerId="LiveId" clId="{67BF9AAD-579F-427C-8169-2EF117347D27}" dt="2025-09-01T03:40:02.417" v="187" actId="164"/>
          <ac:grpSpMkLst>
            <pc:docMk/>
            <pc:sldMk cId="1114336338" sldId="276"/>
            <ac:grpSpMk id="8" creationId="{85B593CB-2EE5-EE31-2C7B-54CACD9AFC29}"/>
          </ac:grpSpMkLst>
        </pc:grpChg>
        <pc:grpChg chg="add mod">
          <ac:chgData name="Shandeep Sugumar" userId="5cf0d9fb6b20a052" providerId="LiveId" clId="{67BF9AAD-579F-427C-8169-2EF117347D27}" dt="2025-09-01T03:40:33.563" v="194" actId="164"/>
          <ac:grpSpMkLst>
            <pc:docMk/>
            <pc:sldMk cId="1114336338" sldId="276"/>
            <ac:grpSpMk id="11" creationId="{CB00A58E-203E-C485-A9FC-9F4F7F6D6B38}"/>
          </ac:grpSpMkLst>
        </pc:grpChg>
        <pc:grpChg chg="add mod">
          <ac:chgData name="Shandeep Sugumar" userId="5cf0d9fb6b20a052" providerId="LiveId" clId="{67BF9AAD-579F-427C-8169-2EF117347D27}" dt="2025-09-01T03:38:16.166" v="166" actId="164"/>
          <ac:grpSpMkLst>
            <pc:docMk/>
            <pc:sldMk cId="1114336338" sldId="276"/>
            <ac:grpSpMk id="16" creationId="{37F561DA-2E67-1275-4947-7CA43CA9041E}"/>
          </ac:grpSpMkLst>
        </pc:grpChg>
        <pc:grpChg chg="add mod">
          <ac:chgData name="Shandeep Sugumar" userId="5cf0d9fb6b20a052" providerId="LiveId" clId="{67BF9AAD-579F-427C-8169-2EF117347D27}" dt="2025-09-01T03:40:56.196" v="198" actId="164"/>
          <ac:grpSpMkLst>
            <pc:docMk/>
            <pc:sldMk cId="1114336338" sldId="276"/>
            <ac:grpSpMk id="21" creationId="{AA852D78-D7F4-6616-5514-72073B544569}"/>
          </ac:grpSpMkLst>
        </pc:grpChg>
        <pc:grpChg chg="add mod">
          <ac:chgData name="Shandeep Sugumar" userId="5cf0d9fb6b20a052" providerId="LiveId" clId="{67BF9AAD-579F-427C-8169-2EF117347D27}" dt="2025-09-02T04:20:06.152" v="1522" actId="1076"/>
          <ac:grpSpMkLst>
            <pc:docMk/>
            <pc:sldMk cId="1114336338" sldId="276"/>
            <ac:grpSpMk id="21" creationId="{ABCEA8D8-4A89-5ED8-CC75-4853A0F4EEEA}"/>
          </ac:grpSpMkLst>
        </pc:grpChg>
        <pc:grpChg chg="add del mod">
          <ac:chgData name="Shandeep Sugumar" userId="5cf0d9fb6b20a052" providerId="LiveId" clId="{67BF9AAD-579F-427C-8169-2EF117347D27}" dt="2025-09-01T03:38:12.829" v="165" actId="478"/>
          <ac:grpSpMkLst>
            <pc:docMk/>
            <pc:sldMk cId="1114336338" sldId="276"/>
            <ac:grpSpMk id="29" creationId="{53F265AF-55D1-BAA9-8A70-D75A631DA907}"/>
          </ac:grpSpMkLst>
        </pc:grpChg>
        <pc:grpChg chg="add mod">
          <ac:chgData name="Shandeep Sugumar" userId="5cf0d9fb6b20a052" providerId="LiveId" clId="{67BF9AAD-579F-427C-8169-2EF117347D27}" dt="2025-09-01T08:50:59.036" v="1323" actId="1076"/>
          <ac:grpSpMkLst>
            <pc:docMk/>
            <pc:sldMk cId="1114336338" sldId="276"/>
            <ac:grpSpMk id="32" creationId="{62A36B90-547F-AF75-E9BD-D715085FFE13}"/>
          </ac:grpSpMkLst>
        </pc:grpChg>
        <pc:grpChg chg="add mod">
          <ac:chgData name="Shandeep Sugumar" userId="5cf0d9fb6b20a052" providerId="LiveId" clId="{67BF9AAD-579F-427C-8169-2EF117347D27}" dt="2025-09-01T08:55:02.624" v="1330"/>
          <ac:grpSpMkLst>
            <pc:docMk/>
            <pc:sldMk cId="1114336338" sldId="276"/>
            <ac:grpSpMk id="33" creationId="{BA9A58EF-D1B1-E3BE-CFAC-5210DE1ADFD7}"/>
          </ac:grpSpMkLst>
        </pc:grpChg>
        <pc:grpChg chg="mod">
          <ac:chgData name="Shandeep Sugumar" userId="5cf0d9fb6b20a052" providerId="LiveId" clId="{67BF9AAD-579F-427C-8169-2EF117347D27}" dt="2025-09-01T03:39:26.413" v="171"/>
          <ac:grpSpMkLst>
            <pc:docMk/>
            <pc:sldMk cId="1114336338" sldId="276"/>
            <ac:grpSpMk id="34" creationId="{9CD26749-F92B-F8F1-BFA6-497BD7B01A0A}"/>
          </ac:grpSpMkLst>
        </pc:grpChg>
        <pc:grpChg chg="add mod">
          <ac:chgData name="Shandeep Sugumar" userId="5cf0d9fb6b20a052" providerId="LiveId" clId="{67BF9AAD-579F-427C-8169-2EF117347D27}" dt="2025-09-01T03:47:26.225" v="251" actId="1076"/>
          <ac:grpSpMkLst>
            <pc:docMk/>
            <pc:sldMk cId="1114336338" sldId="276"/>
            <ac:grpSpMk id="39" creationId="{CFEA3558-7574-5A1C-C52A-3F23F1EFDE63}"/>
          </ac:grpSpMkLst>
        </pc:grpChg>
        <pc:grpChg chg="add mod">
          <ac:chgData name="Shandeep Sugumar" userId="5cf0d9fb6b20a052" providerId="LiveId" clId="{67BF9AAD-579F-427C-8169-2EF117347D27}" dt="2025-09-01T03:48:40.135" v="264" actId="1076"/>
          <ac:grpSpMkLst>
            <pc:docMk/>
            <pc:sldMk cId="1114336338" sldId="276"/>
            <ac:grpSpMk id="40" creationId="{D40D33EB-1297-D6FA-F4B8-6DD264047E8C}"/>
          </ac:grpSpMkLst>
        </pc:grpChg>
        <pc:grpChg chg="add mod">
          <ac:chgData name="Shandeep Sugumar" userId="5cf0d9fb6b20a052" providerId="LiveId" clId="{67BF9AAD-579F-427C-8169-2EF117347D27}" dt="2025-09-01T03:50:04.607" v="341" actId="1076"/>
          <ac:grpSpMkLst>
            <pc:docMk/>
            <pc:sldMk cId="1114336338" sldId="276"/>
            <ac:grpSpMk id="41" creationId="{508EA568-5977-5ECA-162F-F1C8B411961E}"/>
          </ac:grpSpMkLst>
        </pc:grpChg>
        <pc:grpChg chg="add del mod">
          <ac:chgData name="Shandeep Sugumar" userId="5cf0d9fb6b20a052" providerId="LiveId" clId="{67BF9AAD-579F-427C-8169-2EF117347D27}" dt="2025-09-01T08:50:47.960" v="1321" actId="478"/>
          <ac:grpSpMkLst>
            <pc:docMk/>
            <pc:sldMk cId="1114336338" sldId="276"/>
            <ac:grpSpMk id="42" creationId="{F847D875-5B89-F887-6897-5FB22FF152EE}"/>
          </ac:grpSpMkLst>
        </pc:grpChg>
        <pc:grpChg chg="add mod">
          <ac:chgData name="Shandeep Sugumar" userId="5cf0d9fb6b20a052" providerId="LiveId" clId="{67BF9AAD-579F-427C-8169-2EF117347D27}" dt="2025-09-01T08:51:20.595" v="1326" actId="164"/>
          <ac:grpSpMkLst>
            <pc:docMk/>
            <pc:sldMk cId="1114336338" sldId="276"/>
            <ac:grpSpMk id="43" creationId="{F7A3CE94-AA22-F5E4-C3AF-D32F47688A59}"/>
          </ac:grpSpMkLst>
        </pc:grpChg>
        <pc:grpChg chg="mod">
          <ac:chgData name="Shandeep Sugumar" userId="5cf0d9fb6b20a052" providerId="LiveId" clId="{67BF9AAD-579F-427C-8169-2EF117347D27}" dt="2025-09-01T03:42:34.618" v="211"/>
          <ac:grpSpMkLst>
            <pc:docMk/>
            <pc:sldMk cId="1114336338" sldId="276"/>
            <ac:grpSpMk id="44" creationId="{8CECB97E-F2DD-017D-01BD-30BFF5E11D61}"/>
          </ac:grpSpMkLst>
        </pc:grpChg>
        <pc:grpChg chg="add del mod">
          <ac:chgData name="Shandeep Sugumar" userId="5cf0d9fb6b20a052" providerId="LiveId" clId="{67BF9AAD-579F-427C-8169-2EF117347D27}" dt="2025-09-01T03:46:45.902" v="247" actId="478"/>
          <ac:grpSpMkLst>
            <pc:docMk/>
            <pc:sldMk cId="1114336338" sldId="276"/>
            <ac:grpSpMk id="49" creationId="{DB1542B2-3F66-DE8A-2878-540A7F32C14C}"/>
          </ac:grpSpMkLst>
        </pc:grpChg>
        <pc:grpChg chg="mod">
          <ac:chgData name="Shandeep Sugumar" userId="5cf0d9fb6b20a052" providerId="LiveId" clId="{67BF9AAD-579F-427C-8169-2EF117347D27}" dt="2025-09-01T03:42:13.388" v="208"/>
          <ac:grpSpMkLst>
            <pc:docMk/>
            <pc:sldMk cId="1114336338" sldId="276"/>
            <ac:grpSpMk id="50" creationId="{57F5DD3C-D487-43A9-05A5-99EDA1191A61}"/>
          </ac:grpSpMkLst>
        </pc:grpChg>
        <pc:cxnChg chg="add del mod">
          <ac:chgData name="Shandeep Sugumar" userId="5cf0d9fb6b20a052" providerId="LiveId" clId="{67BF9AAD-579F-427C-8169-2EF117347D27}" dt="2025-09-01T03:47:13.536" v="250" actId="478"/>
          <ac:cxnSpMkLst>
            <pc:docMk/>
            <pc:sldMk cId="1114336338" sldId="276"/>
            <ac:cxnSpMk id="56" creationId="{7E2CCFDD-8606-2484-557A-A0117EA55E40}"/>
          </ac:cxnSpMkLst>
        </pc:cxnChg>
      </pc:sldChg>
      <pc:sldChg chg="addSp delSp modSp new mod">
        <pc:chgData name="Shandeep Sugumar" userId="5cf0d9fb6b20a052" providerId="LiveId" clId="{67BF9AAD-579F-427C-8169-2EF117347D27}" dt="2025-09-01T14:26:55.996" v="1455" actId="1076"/>
        <pc:sldMkLst>
          <pc:docMk/>
          <pc:sldMk cId="3721132666" sldId="277"/>
        </pc:sldMkLst>
        <pc:spChg chg="mod">
          <ac:chgData name="Shandeep Sugumar" userId="5cf0d9fb6b20a052" providerId="LiveId" clId="{67BF9AAD-579F-427C-8169-2EF117347D27}" dt="2025-09-01T04:09:26.408" v="461" actId="1076"/>
          <ac:spMkLst>
            <pc:docMk/>
            <pc:sldMk cId="3721132666" sldId="277"/>
            <ac:spMk id="2" creationId="{D521B1A4-E823-4E25-6CD5-D8F68216704C}"/>
          </ac:spMkLst>
        </pc:spChg>
        <pc:spChg chg="del">
          <ac:chgData name="Shandeep Sugumar" userId="5cf0d9fb6b20a052" providerId="LiveId" clId="{67BF9AAD-579F-427C-8169-2EF117347D27}" dt="2025-09-01T04:08:16.315" v="452" actId="478"/>
          <ac:spMkLst>
            <pc:docMk/>
            <pc:sldMk cId="3721132666" sldId="277"/>
            <ac:spMk id="3" creationId="{0567AE90-BEDC-DC6F-4ECF-83618DFFBD8C}"/>
          </ac:spMkLst>
        </pc:spChg>
        <pc:spChg chg="add mod">
          <ac:chgData name="Shandeep Sugumar" userId="5cf0d9fb6b20a052" providerId="LiveId" clId="{67BF9AAD-579F-427C-8169-2EF117347D27}" dt="2025-09-01T04:16:44.344" v="594" actId="14100"/>
          <ac:spMkLst>
            <pc:docMk/>
            <pc:sldMk cId="3721132666" sldId="277"/>
            <ac:spMk id="10" creationId="{24088F90-FE16-A2D6-3902-A0B42302EDC6}"/>
          </ac:spMkLst>
        </pc:spChg>
        <pc:spChg chg="add mod">
          <ac:chgData name="Shandeep Sugumar" userId="5cf0d9fb6b20a052" providerId="LiveId" clId="{67BF9AAD-579F-427C-8169-2EF117347D27}" dt="2025-09-01T04:16:52.787" v="596" actId="14100"/>
          <ac:spMkLst>
            <pc:docMk/>
            <pc:sldMk cId="3721132666" sldId="277"/>
            <ac:spMk id="11" creationId="{00E8BA98-6629-00D3-A131-1BECBCAE7DE3}"/>
          </ac:spMkLst>
        </pc:spChg>
        <pc:spChg chg="add mod">
          <ac:chgData name="Shandeep Sugumar" userId="5cf0d9fb6b20a052" providerId="LiveId" clId="{67BF9AAD-579F-427C-8169-2EF117347D27}" dt="2025-09-01T04:17:03.466" v="598" actId="14100"/>
          <ac:spMkLst>
            <pc:docMk/>
            <pc:sldMk cId="3721132666" sldId="277"/>
            <ac:spMk id="12" creationId="{CD26FA85-FC5D-AA33-278A-617EF37D9874}"/>
          </ac:spMkLst>
        </pc:spChg>
        <pc:picChg chg="add mod">
          <ac:chgData name="Shandeep Sugumar" userId="5cf0d9fb6b20a052" providerId="LiveId" clId="{67BF9AAD-579F-427C-8169-2EF117347D27}" dt="2025-09-01T14:26:55.996" v="1455" actId="1076"/>
          <ac:picMkLst>
            <pc:docMk/>
            <pc:sldMk cId="3721132666" sldId="277"/>
            <ac:picMk id="4" creationId="{8D7EA8AA-D8BF-ECBF-3518-3EB0E1C9A714}"/>
          </ac:picMkLst>
        </pc:picChg>
        <pc:picChg chg="add mod">
          <ac:chgData name="Shandeep Sugumar" userId="5cf0d9fb6b20a052" providerId="LiveId" clId="{67BF9AAD-579F-427C-8169-2EF117347D27}" dt="2025-09-01T04:11:51.423" v="555" actId="1076"/>
          <ac:picMkLst>
            <pc:docMk/>
            <pc:sldMk cId="3721132666" sldId="277"/>
            <ac:picMk id="5" creationId="{D56314C1-AE7C-5450-1698-CBD730BC30BC}"/>
          </ac:picMkLst>
        </pc:picChg>
        <pc:picChg chg="add del mod">
          <ac:chgData name="Shandeep Sugumar" userId="5cf0d9fb6b20a052" providerId="LiveId" clId="{67BF9AAD-579F-427C-8169-2EF117347D27}" dt="2025-09-01T04:37:23.589" v="730" actId="478"/>
          <ac:picMkLst>
            <pc:docMk/>
            <pc:sldMk cId="3721132666" sldId="277"/>
            <ac:picMk id="7" creationId="{2D080D20-B1A6-5D60-D385-13C715550090}"/>
          </ac:picMkLst>
        </pc:picChg>
        <pc:picChg chg="add del mod">
          <ac:chgData name="Shandeep Sugumar" userId="5cf0d9fb6b20a052" providerId="LiveId" clId="{67BF9AAD-579F-427C-8169-2EF117347D27}" dt="2025-09-01T14:26:31.881" v="1446" actId="478"/>
          <ac:picMkLst>
            <pc:docMk/>
            <pc:sldMk cId="3721132666" sldId="277"/>
            <ac:picMk id="9" creationId="{564E05FF-9D39-CE5F-C1B0-0EBECD97A390}"/>
          </ac:picMkLst>
        </pc:picChg>
        <pc:picChg chg="add mod">
          <ac:chgData name="Shandeep Sugumar" userId="5cf0d9fb6b20a052" providerId="LiveId" clId="{67BF9AAD-579F-427C-8169-2EF117347D27}" dt="2025-09-01T04:37:37.935" v="737" actId="1076"/>
          <ac:picMkLst>
            <pc:docMk/>
            <pc:sldMk cId="3721132666" sldId="277"/>
            <ac:picMk id="14" creationId="{3AE70D4C-A9A3-02DA-CE2C-689A32981A98}"/>
          </ac:picMkLst>
        </pc:picChg>
      </pc:sldChg>
      <pc:sldChg chg="addSp delSp modSp new mod">
        <pc:chgData name="Shandeep Sugumar" userId="5cf0d9fb6b20a052" providerId="LiveId" clId="{67BF9AAD-579F-427C-8169-2EF117347D27}" dt="2025-09-01T14:24:45.167" v="1439" actId="1076"/>
        <pc:sldMkLst>
          <pc:docMk/>
          <pc:sldMk cId="3512881024" sldId="278"/>
        </pc:sldMkLst>
        <pc:spChg chg="mod">
          <ac:chgData name="Shandeep Sugumar" userId="5cf0d9fb6b20a052" providerId="LiveId" clId="{67BF9AAD-579F-427C-8169-2EF117347D27}" dt="2025-09-01T04:16:08.371" v="588" actId="1076"/>
          <ac:spMkLst>
            <pc:docMk/>
            <pc:sldMk cId="3512881024" sldId="278"/>
            <ac:spMk id="2" creationId="{8D52C373-0253-B178-9379-F4DBC1F2E892}"/>
          </ac:spMkLst>
        </pc:spChg>
        <pc:spChg chg="del">
          <ac:chgData name="Shandeep Sugumar" userId="5cf0d9fb6b20a052" providerId="LiveId" clId="{67BF9AAD-579F-427C-8169-2EF117347D27}" dt="2025-09-01T04:15:44.119" v="581" actId="478"/>
          <ac:spMkLst>
            <pc:docMk/>
            <pc:sldMk cId="3512881024" sldId="278"/>
            <ac:spMk id="3" creationId="{D0AE75E3-BACE-8F34-5E8B-664552F1FD3A}"/>
          </ac:spMkLst>
        </pc:spChg>
        <pc:spChg chg="add mod">
          <ac:chgData name="Shandeep Sugumar" userId="5cf0d9fb6b20a052" providerId="LiveId" clId="{67BF9AAD-579F-427C-8169-2EF117347D27}" dt="2025-09-01T04:16:28.877" v="592" actId="255"/>
          <ac:spMkLst>
            <pc:docMk/>
            <pc:sldMk cId="3512881024" sldId="278"/>
            <ac:spMk id="6" creationId="{CA9AB1AA-3CD0-D486-136E-A3DFE25BCF9B}"/>
          </ac:spMkLst>
        </pc:spChg>
        <pc:picChg chg="add mod">
          <ac:chgData name="Shandeep Sugumar" userId="5cf0d9fb6b20a052" providerId="LiveId" clId="{67BF9AAD-579F-427C-8169-2EF117347D27}" dt="2025-09-01T14:24:45.167" v="1439" actId="1076"/>
          <ac:picMkLst>
            <pc:docMk/>
            <pc:sldMk cId="3512881024" sldId="278"/>
            <ac:picMk id="4" creationId="{BECC330F-C14A-6B64-0462-1C030BD70A9E}"/>
          </ac:picMkLst>
        </pc:picChg>
        <pc:picChg chg="add del mod">
          <ac:chgData name="Shandeep Sugumar" userId="5cf0d9fb6b20a052" providerId="LiveId" clId="{67BF9AAD-579F-427C-8169-2EF117347D27}" dt="2025-09-01T14:24:42.547" v="1437" actId="478"/>
          <ac:picMkLst>
            <pc:docMk/>
            <pc:sldMk cId="3512881024" sldId="278"/>
            <ac:picMk id="5" creationId="{DDFDB069-FE94-4A52-3882-A43E9B7F36CA}"/>
          </ac:picMkLst>
        </pc:picChg>
      </pc:sldChg>
      <pc:sldChg chg="addSp delSp modSp new mod">
        <pc:chgData name="Shandeep Sugumar" userId="5cf0d9fb6b20a052" providerId="LiveId" clId="{67BF9AAD-579F-427C-8169-2EF117347D27}" dt="2025-09-01T14:28:13.471" v="1463" actId="1076"/>
        <pc:sldMkLst>
          <pc:docMk/>
          <pc:sldMk cId="4256749968" sldId="279"/>
        </pc:sldMkLst>
        <pc:spChg chg="mod">
          <ac:chgData name="Shandeep Sugumar" userId="5cf0d9fb6b20a052" providerId="LiveId" clId="{67BF9AAD-579F-427C-8169-2EF117347D27}" dt="2025-09-01T04:22:29.602" v="615" actId="1076"/>
          <ac:spMkLst>
            <pc:docMk/>
            <pc:sldMk cId="4256749968" sldId="279"/>
            <ac:spMk id="2" creationId="{D10D54FB-DA9E-8559-3442-3741B2D1F6AC}"/>
          </ac:spMkLst>
        </pc:spChg>
        <pc:spChg chg="del mod">
          <ac:chgData name="Shandeep Sugumar" userId="5cf0d9fb6b20a052" providerId="LiveId" clId="{67BF9AAD-579F-427C-8169-2EF117347D27}" dt="2025-09-01T04:21:19.797" v="601" actId="478"/>
          <ac:spMkLst>
            <pc:docMk/>
            <pc:sldMk cId="4256749968" sldId="279"/>
            <ac:spMk id="3" creationId="{4E30BED9-7D8F-DD5C-9799-751998FBD176}"/>
          </ac:spMkLst>
        </pc:spChg>
        <pc:spChg chg="add mod">
          <ac:chgData name="Shandeep Sugumar" userId="5cf0d9fb6b20a052" providerId="LiveId" clId="{67BF9AAD-579F-427C-8169-2EF117347D27}" dt="2025-09-01T04:28:39.776" v="697" actId="255"/>
          <ac:spMkLst>
            <pc:docMk/>
            <pc:sldMk cId="4256749968" sldId="279"/>
            <ac:spMk id="8" creationId="{615D9C33-982B-5C0E-F6C5-9103AC7ABF5A}"/>
          </ac:spMkLst>
        </pc:spChg>
        <pc:picChg chg="add mod">
          <ac:chgData name="Shandeep Sugumar" userId="5cf0d9fb6b20a052" providerId="LiveId" clId="{67BF9AAD-579F-427C-8169-2EF117347D27}" dt="2025-09-01T14:27:37.412" v="1459" actId="1076"/>
          <ac:picMkLst>
            <pc:docMk/>
            <pc:sldMk cId="4256749968" sldId="279"/>
            <ac:picMk id="4" creationId="{FCF0CE12-1E15-C8E0-EDFD-0B9A3D6D6C0F}"/>
          </ac:picMkLst>
        </pc:picChg>
        <pc:picChg chg="add del mod">
          <ac:chgData name="Shandeep Sugumar" userId="5cf0d9fb6b20a052" providerId="LiveId" clId="{67BF9AAD-579F-427C-8169-2EF117347D27}" dt="2025-09-01T14:27:31.354" v="1456" actId="478"/>
          <ac:picMkLst>
            <pc:docMk/>
            <pc:sldMk cId="4256749968" sldId="279"/>
            <ac:picMk id="5" creationId="{DEBD377C-F12D-CE0E-FE47-B3CCABCD7320}"/>
          </ac:picMkLst>
        </pc:picChg>
        <pc:picChg chg="add del mod">
          <ac:chgData name="Shandeep Sugumar" userId="5cf0d9fb6b20a052" providerId="LiveId" clId="{67BF9AAD-579F-427C-8169-2EF117347D27}" dt="2025-09-01T14:28:02.514" v="1460" actId="478"/>
          <ac:picMkLst>
            <pc:docMk/>
            <pc:sldMk cId="4256749968" sldId="279"/>
            <ac:picMk id="7" creationId="{B6A5A5AA-B503-D874-1DDC-76652798F239}"/>
          </ac:picMkLst>
        </pc:picChg>
        <pc:picChg chg="add mod">
          <ac:chgData name="Shandeep Sugumar" userId="5cf0d9fb6b20a052" providerId="LiveId" clId="{67BF9AAD-579F-427C-8169-2EF117347D27}" dt="2025-09-01T14:28:13.471" v="1463" actId="1076"/>
          <ac:picMkLst>
            <pc:docMk/>
            <pc:sldMk cId="4256749968" sldId="279"/>
            <ac:picMk id="9" creationId="{D4BC1180-4A98-4F9F-59B4-9E9B8DABC8EB}"/>
          </ac:picMkLst>
        </pc:picChg>
      </pc:sldChg>
      <pc:sldChg chg="addSp delSp modSp new mod">
        <pc:chgData name="Shandeep Sugumar" userId="5cf0d9fb6b20a052" providerId="LiveId" clId="{67BF9AAD-579F-427C-8169-2EF117347D27}" dt="2025-09-01T04:26:33.678" v="666" actId="1076"/>
        <pc:sldMkLst>
          <pc:docMk/>
          <pc:sldMk cId="2378630558" sldId="280"/>
        </pc:sldMkLst>
        <pc:spChg chg="mod">
          <ac:chgData name="Shandeep Sugumar" userId="5cf0d9fb6b20a052" providerId="LiveId" clId="{67BF9AAD-579F-427C-8169-2EF117347D27}" dt="2025-09-01T04:25:46.383" v="653" actId="1076"/>
          <ac:spMkLst>
            <pc:docMk/>
            <pc:sldMk cId="2378630558" sldId="280"/>
            <ac:spMk id="2" creationId="{9C2BF1F0-2661-015E-1660-E240C070F3CD}"/>
          </ac:spMkLst>
        </pc:spChg>
        <pc:spChg chg="del">
          <ac:chgData name="Shandeep Sugumar" userId="5cf0d9fb6b20a052" providerId="LiveId" clId="{67BF9AAD-579F-427C-8169-2EF117347D27}" dt="2025-09-01T04:24:16.603" v="636" actId="478"/>
          <ac:spMkLst>
            <pc:docMk/>
            <pc:sldMk cId="2378630558" sldId="280"/>
            <ac:spMk id="3" creationId="{D7BF6776-02F4-B735-9542-DCB064413937}"/>
          </ac:spMkLst>
        </pc:spChg>
        <pc:spChg chg="add mod">
          <ac:chgData name="Shandeep Sugumar" userId="5cf0d9fb6b20a052" providerId="LiveId" clId="{67BF9AAD-579F-427C-8169-2EF117347D27}" dt="2025-09-01T04:26:33.678" v="666" actId="1076"/>
          <ac:spMkLst>
            <pc:docMk/>
            <pc:sldMk cId="2378630558" sldId="280"/>
            <ac:spMk id="10" creationId="{8E703B6C-64AA-0AC7-FE84-C2D3F46E840A}"/>
          </ac:spMkLst>
        </pc:spChg>
        <pc:picChg chg="add mod">
          <ac:chgData name="Shandeep Sugumar" userId="5cf0d9fb6b20a052" providerId="LiveId" clId="{67BF9AAD-579F-427C-8169-2EF117347D27}" dt="2025-09-01T04:24:23.049" v="639" actId="1076"/>
          <ac:picMkLst>
            <pc:docMk/>
            <pc:sldMk cId="2378630558" sldId="280"/>
            <ac:picMk id="5" creationId="{765E9AC3-B773-9BDE-F564-8F6B366ECEBC}"/>
          </ac:picMkLst>
        </pc:picChg>
        <pc:picChg chg="add mod">
          <ac:chgData name="Shandeep Sugumar" userId="5cf0d9fb6b20a052" providerId="LiveId" clId="{67BF9AAD-579F-427C-8169-2EF117347D27}" dt="2025-09-01T04:25:20.438" v="646" actId="1076"/>
          <ac:picMkLst>
            <pc:docMk/>
            <pc:sldMk cId="2378630558" sldId="280"/>
            <ac:picMk id="7" creationId="{BD475930-3628-B38A-7E92-A683FFD139FF}"/>
          </ac:picMkLst>
        </pc:picChg>
        <pc:picChg chg="add del">
          <ac:chgData name="Shandeep Sugumar" userId="5cf0d9fb6b20a052" providerId="LiveId" clId="{67BF9AAD-579F-427C-8169-2EF117347D27}" dt="2025-09-01T04:25:26.371" v="648" actId="22"/>
          <ac:picMkLst>
            <pc:docMk/>
            <pc:sldMk cId="2378630558" sldId="280"/>
            <ac:picMk id="9" creationId="{7FA4B366-313E-0821-9B13-94710AA34DE4}"/>
          </ac:picMkLst>
        </pc:picChg>
      </pc:sldChg>
      <pc:sldChg chg="addSp delSp modSp new mod">
        <pc:chgData name="Shandeep Sugumar" userId="5cf0d9fb6b20a052" providerId="LiveId" clId="{67BF9AAD-579F-427C-8169-2EF117347D27}" dt="2025-09-01T04:38:59.804" v="750" actId="1076"/>
        <pc:sldMkLst>
          <pc:docMk/>
          <pc:sldMk cId="3089535213" sldId="281"/>
        </pc:sldMkLst>
        <pc:spChg chg="mod">
          <ac:chgData name="Shandeep Sugumar" userId="5cf0d9fb6b20a052" providerId="LiveId" clId="{67BF9AAD-579F-427C-8169-2EF117347D27}" dt="2025-09-01T04:28:08.588" v="681" actId="1076"/>
          <ac:spMkLst>
            <pc:docMk/>
            <pc:sldMk cId="3089535213" sldId="281"/>
            <ac:spMk id="2" creationId="{5AEECBFF-DAC0-2AB9-1F42-3B1B144D0335}"/>
          </ac:spMkLst>
        </pc:spChg>
        <pc:spChg chg="del">
          <ac:chgData name="Shandeep Sugumar" userId="5cf0d9fb6b20a052" providerId="LiveId" clId="{67BF9AAD-579F-427C-8169-2EF117347D27}" dt="2025-09-01T04:27:19.850" v="668" actId="478"/>
          <ac:spMkLst>
            <pc:docMk/>
            <pc:sldMk cId="3089535213" sldId="281"/>
            <ac:spMk id="3" creationId="{60D3FA75-9606-A559-79C1-DC34AFDEBF83}"/>
          </ac:spMkLst>
        </pc:spChg>
        <pc:spChg chg="add mod">
          <ac:chgData name="Shandeep Sugumar" userId="5cf0d9fb6b20a052" providerId="LiveId" clId="{67BF9AAD-579F-427C-8169-2EF117347D27}" dt="2025-09-01T04:28:27.012" v="696" actId="255"/>
          <ac:spMkLst>
            <pc:docMk/>
            <pc:sldMk cId="3089535213" sldId="281"/>
            <ac:spMk id="8" creationId="{857F0A09-317B-2D31-E417-B6248029B166}"/>
          </ac:spMkLst>
        </pc:spChg>
        <pc:picChg chg="add del mod">
          <ac:chgData name="Shandeep Sugumar" userId="5cf0d9fb6b20a052" providerId="LiveId" clId="{67BF9AAD-579F-427C-8169-2EF117347D27}" dt="2025-09-01T04:37:58.111" v="738" actId="478"/>
          <ac:picMkLst>
            <pc:docMk/>
            <pc:sldMk cId="3089535213" sldId="281"/>
            <ac:picMk id="5" creationId="{5177789D-DC98-F4A5-FEBB-8971CF4A90F6}"/>
          </ac:picMkLst>
        </pc:picChg>
        <pc:picChg chg="add del mod">
          <ac:chgData name="Shandeep Sugumar" userId="5cf0d9fb6b20a052" providerId="LiveId" clId="{67BF9AAD-579F-427C-8169-2EF117347D27}" dt="2025-09-01T04:38:05.966" v="742" actId="478"/>
          <ac:picMkLst>
            <pc:docMk/>
            <pc:sldMk cId="3089535213" sldId="281"/>
            <ac:picMk id="7" creationId="{8724068B-8199-BCB7-1B84-14939326FEAD}"/>
          </ac:picMkLst>
        </pc:picChg>
        <pc:picChg chg="add mod">
          <ac:chgData name="Shandeep Sugumar" userId="5cf0d9fb6b20a052" providerId="LiveId" clId="{67BF9AAD-579F-427C-8169-2EF117347D27}" dt="2025-09-01T04:38:49.157" v="747" actId="14100"/>
          <ac:picMkLst>
            <pc:docMk/>
            <pc:sldMk cId="3089535213" sldId="281"/>
            <ac:picMk id="10" creationId="{D696E04F-993E-E878-94EF-67B7399A79C9}"/>
          </ac:picMkLst>
        </pc:picChg>
        <pc:picChg chg="add mod">
          <ac:chgData name="Shandeep Sugumar" userId="5cf0d9fb6b20a052" providerId="LiveId" clId="{67BF9AAD-579F-427C-8169-2EF117347D27}" dt="2025-09-01T04:38:59.804" v="750" actId="1076"/>
          <ac:picMkLst>
            <pc:docMk/>
            <pc:sldMk cId="3089535213" sldId="281"/>
            <ac:picMk id="12" creationId="{5A47F755-5835-2AFB-AD31-2A05B203E5E0}"/>
          </ac:picMkLst>
        </pc:picChg>
      </pc:sldChg>
      <pc:sldChg chg="addSp delSp modSp new mod">
        <pc:chgData name="Shandeep Sugumar" userId="5cf0d9fb6b20a052" providerId="LiveId" clId="{67BF9AAD-579F-427C-8169-2EF117347D27}" dt="2025-09-01T04:32:25.673" v="729" actId="1076"/>
        <pc:sldMkLst>
          <pc:docMk/>
          <pc:sldMk cId="3873471263" sldId="282"/>
        </pc:sldMkLst>
        <pc:spChg chg="mod">
          <ac:chgData name="Shandeep Sugumar" userId="5cf0d9fb6b20a052" providerId="LiveId" clId="{67BF9AAD-579F-427C-8169-2EF117347D27}" dt="2025-09-01T04:31:39.270" v="707" actId="1076"/>
          <ac:spMkLst>
            <pc:docMk/>
            <pc:sldMk cId="3873471263" sldId="282"/>
            <ac:spMk id="2" creationId="{D25DEADE-8E53-3C23-9977-FC5A43AB6313}"/>
          </ac:spMkLst>
        </pc:spChg>
        <pc:spChg chg="del">
          <ac:chgData name="Shandeep Sugumar" userId="5cf0d9fb6b20a052" providerId="LiveId" clId="{67BF9AAD-579F-427C-8169-2EF117347D27}" dt="2025-09-01T04:31:14.115" v="699" actId="478"/>
          <ac:spMkLst>
            <pc:docMk/>
            <pc:sldMk cId="3873471263" sldId="282"/>
            <ac:spMk id="3" creationId="{09A8410E-398F-914C-20C4-6BB7FA2CA85B}"/>
          </ac:spMkLst>
        </pc:spChg>
        <pc:spChg chg="add mod">
          <ac:chgData name="Shandeep Sugumar" userId="5cf0d9fb6b20a052" providerId="LiveId" clId="{67BF9AAD-579F-427C-8169-2EF117347D27}" dt="2025-09-01T04:32:25.673" v="729" actId="1076"/>
          <ac:spMkLst>
            <pc:docMk/>
            <pc:sldMk cId="3873471263" sldId="282"/>
            <ac:spMk id="6" creationId="{E0010305-8360-1C96-1EF0-EE80EE953E65}"/>
          </ac:spMkLst>
        </pc:spChg>
        <pc:picChg chg="add mod">
          <ac:chgData name="Shandeep Sugumar" userId="5cf0d9fb6b20a052" providerId="LiveId" clId="{67BF9AAD-579F-427C-8169-2EF117347D27}" dt="2025-09-01T04:31:21.967" v="702" actId="1076"/>
          <ac:picMkLst>
            <pc:docMk/>
            <pc:sldMk cId="3873471263" sldId="282"/>
            <ac:picMk id="5" creationId="{B3E83BCE-513D-1421-067F-5311092F45C0}"/>
          </ac:picMkLst>
        </pc:picChg>
      </pc:sldChg>
      <pc:sldChg chg="addSp delSp modSp new mod">
        <pc:chgData name="Shandeep Sugumar" userId="5cf0d9fb6b20a052" providerId="LiveId" clId="{67BF9AAD-579F-427C-8169-2EF117347D27}" dt="2025-09-01T14:28:54.922" v="1470" actId="1076"/>
        <pc:sldMkLst>
          <pc:docMk/>
          <pc:sldMk cId="676514516" sldId="283"/>
        </pc:sldMkLst>
        <pc:spChg chg="mod">
          <ac:chgData name="Shandeep Sugumar" userId="5cf0d9fb6b20a052" providerId="LiveId" clId="{67BF9AAD-579F-427C-8169-2EF117347D27}" dt="2025-09-01T04:43:48.905" v="768" actId="1076"/>
          <ac:spMkLst>
            <pc:docMk/>
            <pc:sldMk cId="676514516" sldId="283"/>
            <ac:spMk id="2" creationId="{E616B6CA-F1B0-68C4-1547-BF008346E612}"/>
          </ac:spMkLst>
        </pc:spChg>
        <pc:spChg chg="del">
          <ac:chgData name="Shandeep Sugumar" userId="5cf0d9fb6b20a052" providerId="LiveId" clId="{67BF9AAD-579F-427C-8169-2EF117347D27}" dt="2025-09-01T04:42:44.723" v="752" actId="478"/>
          <ac:spMkLst>
            <pc:docMk/>
            <pc:sldMk cId="676514516" sldId="283"/>
            <ac:spMk id="3" creationId="{31808F92-BABF-21A5-79E5-78076ED71F18}"/>
          </ac:spMkLst>
        </pc:spChg>
        <pc:spChg chg="add mod">
          <ac:chgData name="Shandeep Sugumar" userId="5cf0d9fb6b20a052" providerId="LiveId" clId="{67BF9AAD-579F-427C-8169-2EF117347D27}" dt="2025-09-01T04:44:45.059" v="781" actId="255"/>
          <ac:spMkLst>
            <pc:docMk/>
            <pc:sldMk cId="676514516" sldId="283"/>
            <ac:spMk id="10" creationId="{8182E634-9D53-DBE6-1C4C-20411659D1A9}"/>
          </ac:spMkLst>
        </pc:spChg>
        <pc:spChg chg="add mod">
          <ac:chgData name="Shandeep Sugumar" userId="5cf0d9fb6b20a052" providerId="LiveId" clId="{67BF9AAD-579F-427C-8169-2EF117347D27}" dt="2025-09-01T04:46:30.069" v="811" actId="1076"/>
          <ac:spMkLst>
            <pc:docMk/>
            <pc:sldMk cId="676514516" sldId="283"/>
            <ac:spMk id="11" creationId="{B3C70300-B449-CC10-8F79-891A132367FE}"/>
          </ac:spMkLst>
        </pc:spChg>
        <pc:spChg chg="add mod">
          <ac:chgData name="Shandeep Sugumar" userId="5cf0d9fb6b20a052" providerId="LiveId" clId="{67BF9AAD-579F-427C-8169-2EF117347D27}" dt="2025-09-01T04:47:18" v="832" actId="1035"/>
          <ac:spMkLst>
            <pc:docMk/>
            <pc:sldMk cId="676514516" sldId="283"/>
            <ac:spMk id="12" creationId="{BF378BBB-8BE6-8190-ACED-325B30CC7D86}"/>
          </ac:spMkLst>
        </pc:spChg>
        <pc:spChg chg="add mod">
          <ac:chgData name="Shandeep Sugumar" userId="5cf0d9fb6b20a052" providerId="LiveId" clId="{67BF9AAD-579F-427C-8169-2EF117347D27}" dt="2025-09-01T04:46:59.556" v="819" actId="1035"/>
          <ac:spMkLst>
            <pc:docMk/>
            <pc:sldMk cId="676514516" sldId="283"/>
            <ac:spMk id="13" creationId="{9CB9BE3E-482E-FFD4-13C7-21BE9CB52228}"/>
          </ac:spMkLst>
        </pc:spChg>
        <pc:picChg chg="add mod">
          <ac:chgData name="Shandeep Sugumar" userId="5cf0d9fb6b20a052" providerId="LiveId" clId="{67BF9AAD-579F-427C-8169-2EF117347D27}" dt="2025-09-01T14:28:54.922" v="1470" actId="1076"/>
          <ac:picMkLst>
            <pc:docMk/>
            <pc:sldMk cId="676514516" sldId="283"/>
            <ac:picMk id="4" creationId="{6EC1FFBB-482D-3BC8-DC66-273FB87D7908}"/>
          </ac:picMkLst>
        </pc:picChg>
        <pc:picChg chg="add mod">
          <ac:chgData name="Shandeep Sugumar" userId="5cf0d9fb6b20a052" providerId="LiveId" clId="{67BF9AAD-579F-427C-8169-2EF117347D27}" dt="2025-09-01T04:43:57.166" v="772" actId="1076"/>
          <ac:picMkLst>
            <pc:docMk/>
            <pc:sldMk cId="676514516" sldId="283"/>
            <ac:picMk id="5" creationId="{ECC28A3B-9456-C0A3-2C1E-D2F0E4E82AE5}"/>
          </ac:picMkLst>
        </pc:picChg>
        <pc:picChg chg="add mod">
          <ac:chgData name="Shandeep Sugumar" userId="5cf0d9fb6b20a052" providerId="LiveId" clId="{67BF9AAD-579F-427C-8169-2EF117347D27}" dt="2025-09-01T04:46:53.984" v="816" actId="1076"/>
          <ac:picMkLst>
            <pc:docMk/>
            <pc:sldMk cId="676514516" sldId="283"/>
            <ac:picMk id="7" creationId="{2A86B96A-41F9-C8F0-4937-D9D167E078E6}"/>
          </ac:picMkLst>
        </pc:picChg>
        <pc:picChg chg="add del mod">
          <ac:chgData name="Shandeep Sugumar" userId="5cf0d9fb6b20a052" providerId="LiveId" clId="{67BF9AAD-579F-427C-8169-2EF117347D27}" dt="2025-09-01T14:28:42.286" v="1464" actId="478"/>
          <ac:picMkLst>
            <pc:docMk/>
            <pc:sldMk cId="676514516" sldId="283"/>
            <ac:picMk id="9" creationId="{3CD64C3C-1E73-D4DF-FAF6-C8BA85BA1867}"/>
          </ac:picMkLst>
        </pc:picChg>
      </pc:sldChg>
      <pc:sldChg chg="addSp delSp modSp new mod">
        <pc:chgData name="Shandeep Sugumar" userId="5cf0d9fb6b20a052" providerId="LiveId" clId="{67BF9AAD-579F-427C-8169-2EF117347D27}" dt="2025-09-01T05:03:22.511" v="868" actId="1076"/>
        <pc:sldMkLst>
          <pc:docMk/>
          <pc:sldMk cId="2127699775" sldId="284"/>
        </pc:sldMkLst>
        <pc:spChg chg="mod">
          <ac:chgData name="Shandeep Sugumar" userId="5cf0d9fb6b20a052" providerId="LiveId" clId="{67BF9AAD-579F-427C-8169-2EF117347D27}" dt="2025-09-01T05:02:45.325" v="846" actId="1038"/>
          <ac:spMkLst>
            <pc:docMk/>
            <pc:sldMk cId="2127699775" sldId="284"/>
            <ac:spMk id="2" creationId="{4853BB24-3DA0-8731-9D54-5552DBA67493}"/>
          </ac:spMkLst>
        </pc:spChg>
        <pc:spChg chg="del">
          <ac:chgData name="Shandeep Sugumar" userId="5cf0d9fb6b20a052" providerId="LiveId" clId="{67BF9AAD-579F-427C-8169-2EF117347D27}" dt="2025-09-01T05:01:55.147" v="834" actId="478"/>
          <ac:spMkLst>
            <pc:docMk/>
            <pc:sldMk cId="2127699775" sldId="284"/>
            <ac:spMk id="3" creationId="{04889423-6B87-1A5E-D831-85BAD93EB4CF}"/>
          </ac:spMkLst>
        </pc:spChg>
        <pc:spChg chg="add mod">
          <ac:chgData name="Shandeep Sugumar" userId="5cf0d9fb6b20a052" providerId="LiveId" clId="{67BF9AAD-579F-427C-8169-2EF117347D27}" dt="2025-09-01T05:03:22.511" v="868" actId="1076"/>
          <ac:spMkLst>
            <pc:docMk/>
            <pc:sldMk cId="2127699775" sldId="284"/>
            <ac:spMk id="6" creationId="{200638D6-20C9-C582-ACBD-3FB374D3DC98}"/>
          </ac:spMkLst>
        </pc:spChg>
        <pc:picChg chg="add mod">
          <ac:chgData name="Shandeep Sugumar" userId="5cf0d9fb6b20a052" providerId="LiveId" clId="{67BF9AAD-579F-427C-8169-2EF117347D27}" dt="2025-09-01T05:02:50.439" v="851" actId="1038"/>
          <ac:picMkLst>
            <pc:docMk/>
            <pc:sldMk cId="2127699775" sldId="284"/>
            <ac:picMk id="5" creationId="{8057C593-5E35-778F-60B8-4AAC2E25F601}"/>
          </ac:picMkLst>
        </pc:picChg>
      </pc:sldChg>
      <pc:sldChg chg="addSp delSp modSp new mod">
        <pc:chgData name="Shandeep Sugumar" userId="5cf0d9fb6b20a052" providerId="LiveId" clId="{67BF9AAD-579F-427C-8169-2EF117347D27}" dt="2025-09-01T14:25:49.416" v="1445" actId="1076"/>
        <pc:sldMkLst>
          <pc:docMk/>
          <pc:sldMk cId="829541320" sldId="285"/>
        </pc:sldMkLst>
        <pc:spChg chg="mod">
          <ac:chgData name="Shandeep Sugumar" userId="5cf0d9fb6b20a052" providerId="LiveId" clId="{67BF9AAD-579F-427C-8169-2EF117347D27}" dt="2025-09-01T05:04:45.721" v="885" actId="1076"/>
          <ac:spMkLst>
            <pc:docMk/>
            <pc:sldMk cId="829541320" sldId="285"/>
            <ac:spMk id="2" creationId="{306C9658-FA38-E9E2-78A9-6F30735CAF3B}"/>
          </ac:spMkLst>
        </pc:spChg>
        <pc:spChg chg="del">
          <ac:chgData name="Shandeep Sugumar" userId="5cf0d9fb6b20a052" providerId="LiveId" clId="{67BF9AAD-579F-427C-8169-2EF117347D27}" dt="2025-09-01T05:04:05.970" v="870" actId="478"/>
          <ac:spMkLst>
            <pc:docMk/>
            <pc:sldMk cId="829541320" sldId="285"/>
            <ac:spMk id="3" creationId="{2B49D92A-0F93-F5FF-73C4-F030F9D2AB70}"/>
          </ac:spMkLst>
        </pc:spChg>
        <pc:spChg chg="add mod">
          <ac:chgData name="Shandeep Sugumar" userId="5cf0d9fb6b20a052" providerId="LiveId" clId="{67BF9AAD-579F-427C-8169-2EF117347D27}" dt="2025-09-01T05:05:33.811" v="891" actId="1076"/>
          <ac:spMkLst>
            <pc:docMk/>
            <pc:sldMk cId="829541320" sldId="285"/>
            <ac:spMk id="6" creationId="{BC776D9E-4831-3892-E364-7291F17B7301}"/>
          </ac:spMkLst>
        </pc:spChg>
        <pc:picChg chg="add del">
          <ac:chgData name="Shandeep Sugumar" userId="5cf0d9fb6b20a052" providerId="LiveId" clId="{67BF9AAD-579F-427C-8169-2EF117347D27}" dt="2025-09-01T14:25:40.667" v="1441" actId="22"/>
          <ac:picMkLst>
            <pc:docMk/>
            <pc:sldMk cId="829541320" sldId="285"/>
            <ac:picMk id="4" creationId="{918FBF09-D0D2-D7B3-5875-960E523015DF}"/>
          </ac:picMkLst>
        </pc:picChg>
        <pc:picChg chg="add del mod">
          <ac:chgData name="Shandeep Sugumar" userId="5cf0d9fb6b20a052" providerId="LiveId" clId="{67BF9AAD-579F-427C-8169-2EF117347D27}" dt="2025-09-01T14:25:41.703" v="1442" actId="478"/>
          <ac:picMkLst>
            <pc:docMk/>
            <pc:sldMk cId="829541320" sldId="285"/>
            <ac:picMk id="5" creationId="{D8B335E5-1A5B-E3FB-20FD-AA5EDC176716}"/>
          </ac:picMkLst>
        </pc:picChg>
        <pc:picChg chg="add mod">
          <ac:chgData name="Shandeep Sugumar" userId="5cf0d9fb6b20a052" providerId="LiveId" clId="{67BF9AAD-579F-427C-8169-2EF117347D27}" dt="2025-09-01T14:25:49.416" v="1445" actId="1076"/>
          <ac:picMkLst>
            <pc:docMk/>
            <pc:sldMk cId="829541320" sldId="285"/>
            <ac:picMk id="8" creationId="{B97586A1-3EB3-72C0-6FC7-B61338497912}"/>
          </ac:picMkLst>
        </pc:picChg>
      </pc:sldChg>
      <pc:sldChg chg="new del">
        <pc:chgData name="Shandeep Sugumar" userId="5cf0d9fb6b20a052" providerId="LiveId" clId="{67BF9AAD-579F-427C-8169-2EF117347D27}" dt="2025-09-01T05:20:30.553" v="942" actId="47"/>
        <pc:sldMkLst>
          <pc:docMk/>
          <pc:sldMk cId="473063956" sldId="286"/>
        </pc:sldMkLst>
      </pc:sldChg>
      <pc:sldChg chg="new del">
        <pc:chgData name="Shandeep Sugumar" userId="5cf0d9fb6b20a052" providerId="LiveId" clId="{67BF9AAD-579F-427C-8169-2EF117347D27}" dt="2025-09-01T05:20:31.839" v="943" actId="47"/>
        <pc:sldMkLst>
          <pc:docMk/>
          <pc:sldMk cId="1544660276" sldId="287"/>
        </pc:sldMkLst>
      </pc:sldChg>
      <pc:sldChg chg="addSp delSp modSp new mod ord">
        <pc:chgData name="Shandeep Sugumar" userId="5cf0d9fb6b20a052" providerId="LiveId" clId="{67BF9AAD-579F-427C-8169-2EF117347D27}" dt="2025-09-01T05:32:40.472" v="1099" actId="1076"/>
        <pc:sldMkLst>
          <pc:docMk/>
          <pc:sldMk cId="4203250609" sldId="288"/>
        </pc:sldMkLst>
        <pc:spChg chg="mod">
          <ac:chgData name="Shandeep Sugumar" userId="5cf0d9fb6b20a052" providerId="LiveId" clId="{67BF9AAD-579F-427C-8169-2EF117347D27}" dt="2025-09-01T05:30:49.223" v="1083" actId="1076"/>
          <ac:spMkLst>
            <pc:docMk/>
            <pc:sldMk cId="4203250609" sldId="288"/>
            <ac:spMk id="2" creationId="{B001E7EF-EF01-343A-E30A-63AC4FE7B09B}"/>
          </ac:spMkLst>
        </pc:spChg>
        <pc:spChg chg="del">
          <ac:chgData name="Shandeep Sugumar" userId="5cf0d9fb6b20a052" providerId="LiveId" clId="{67BF9AAD-579F-427C-8169-2EF117347D27}" dt="2025-09-01T05:16:44.011" v="898"/>
          <ac:spMkLst>
            <pc:docMk/>
            <pc:sldMk cId="4203250609" sldId="288"/>
            <ac:spMk id="3" creationId="{BDC15477-2DB2-2F8F-0728-8D4CE98BDB22}"/>
          </ac:spMkLst>
        </pc:spChg>
        <pc:spChg chg="add del mod">
          <ac:chgData name="Shandeep Sugumar" userId="5cf0d9fb6b20a052" providerId="LiveId" clId="{67BF9AAD-579F-427C-8169-2EF117347D27}" dt="2025-09-01T05:32:18.513" v="1093" actId="478"/>
          <ac:spMkLst>
            <pc:docMk/>
            <pc:sldMk cId="4203250609" sldId="288"/>
            <ac:spMk id="4" creationId="{EC6B3A42-82A4-8B07-1994-F76BEE7CD9BB}"/>
          </ac:spMkLst>
        </pc:spChg>
        <pc:spChg chg="add mod">
          <ac:chgData name="Shandeep Sugumar" userId="5cf0d9fb6b20a052" providerId="LiveId" clId="{67BF9AAD-579F-427C-8169-2EF117347D27}" dt="2025-09-01T05:32:40.472" v="1099" actId="1076"/>
          <ac:spMkLst>
            <pc:docMk/>
            <pc:sldMk cId="4203250609" sldId="288"/>
            <ac:spMk id="5" creationId="{D29368DD-4411-9D12-E0C4-313156B303F6}"/>
          </ac:spMkLst>
        </pc:spChg>
        <pc:spChg chg="add mod">
          <ac:chgData name="Shandeep Sugumar" userId="5cf0d9fb6b20a052" providerId="LiveId" clId="{67BF9AAD-579F-427C-8169-2EF117347D27}" dt="2025-09-01T05:32:31.230" v="1097" actId="1076"/>
          <ac:spMkLst>
            <pc:docMk/>
            <pc:sldMk cId="4203250609" sldId="288"/>
            <ac:spMk id="6" creationId="{EB8326CC-C83C-D895-411C-CEBC1193A939}"/>
          </ac:spMkLst>
        </pc:spChg>
      </pc:sldChg>
      <pc:sldChg chg="addSp delSp modSp add mod">
        <pc:chgData name="Shandeep Sugumar" userId="5cf0d9fb6b20a052" providerId="LiveId" clId="{67BF9AAD-579F-427C-8169-2EF117347D27}" dt="2025-09-01T08:56:02.774" v="1342" actId="20577"/>
        <pc:sldMkLst>
          <pc:docMk/>
          <pc:sldMk cId="2612846337" sldId="289"/>
        </pc:sldMkLst>
        <pc:spChg chg="add">
          <ac:chgData name="Shandeep Sugumar" userId="5cf0d9fb6b20a052" providerId="LiveId" clId="{67BF9AAD-579F-427C-8169-2EF117347D27}" dt="2025-09-01T05:20:51.391" v="946"/>
          <ac:spMkLst>
            <pc:docMk/>
            <pc:sldMk cId="2612846337" sldId="289"/>
            <ac:spMk id="3" creationId="{06339693-D72E-AD49-DC9F-43C34A1BE1FD}"/>
          </ac:spMkLst>
        </pc:spChg>
        <pc:spChg chg="add del mod">
          <ac:chgData name="Shandeep Sugumar" userId="5cf0d9fb6b20a052" providerId="LiveId" clId="{67BF9AAD-579F-427C-8169-2EF117347D27}" dt="2025-09-01T05:22:16.239" v="952" actId="478"/>
          <ac:spMkLst>
            <pc:docMk/>
            <pc:sldMk cId="2612846337" sldId="289"/>
            <ac:spMk id="4" creationId="{460613E3-D4F2-72CE-6D5F-E716AC39F75B}"/>
          </ac:spMkLst>
        </pc:spChg>
        <pc:spChg chg="add mod">
          <ac:chgData name="Shandeep Sugumar" userId="5cf0d9fb6b20a052" providerId="LiveId" clId="{67BF9AAD-579F-427C-8169-2EF117347D27}" dt="2025-09-01T05:22:12.108" v="951"/>
          <ac:spMkLst>
            <pc:docMk/>
            <pc:sldMk cId="2612846337" sldId="289"/>
            <ac:spMk id="5" creationId="{ECB3ECEF-44F3-6811-E3F0-2D5925499653}"/>
          </ac:spMkLst>
        </pc:spChg>
        <pc:spChg chg="add mod">
          <ac:chgData name="Shandeep Sugumar" userId="5cf0d9fb6b20a052" providerId="LiveId" clId="{67BF9AAD-579F-427C-8169-2EF117347D27}" dt="2025-09-01T08:56:02.774" v="1342" actId="20577"/>
          <ac:spMkLst>
            <pc:docMk/>
            <pc:sldMk cId="2612846337" sldId="289"/>
            <ac:spMk id="6" creationId="{842B5387-97B4-7BA0-A448-A98FF3FCCC9A}"/>
          </ac:spMkLst>
        </pc:spChg>
        <pc:spChg chg="add">
          <ac:chgData name="Shandeep Sugumar" userId="5cf0d9fb6b20a052" providerId="LiveId" clId="{67BF9AAD-579F-427C-8169-2EF117347D27}" dt="2025-09-01T05:22:28.846" v="954"/>
          <ac:spMkLst>
            <pc:docMk/>
            <pc:sldMk cId="2612846337" sldId="289"/>
            <ac:spMk id="7" creationId="{D5D1F660-B025-997C-09FB-33CEAAA392C5}"/>
          </ac:spMkLst>
        </pc:spChg>
        <pc:spChg chg="add mod">
          <ac:chgData name="Shandeep Sugumar" userId="5cf0d9fb6b20a052" providerId="LiveId" clId="{67BF9AAD-579F-427C-8169-2EF117347D27}" dt="2025-09-01T05:30:36.926" v="1082" actId="255"/>
          <ac:spMkLst>
            <pc:docMk/>
            <pc:sldMk cId="2612846337" sldId="289"/>
            <ac:spMk id="8" creationId="{27B862C8-0E7E-E28B-686B-2F77214EF978}"/>
          </ac:spMkLst>
        </pc:spChg>
      </pc:sldChg>
      <pc:sldChg chg="addSp delSp modSp add mod">
        <pc:chgData name="Shandeep Sugumar" userId="5cf0d9fb6b20a052" providerId="LiveId" clId="{67BF9AAD-579F-427C-8169-2EF117347D27}" dt="2025-09-01T05:29:38.905" v="1041" actId="1076"/>
        <pc:sldMkLst>
          <pc:docMk/>
          <pc:sldMk cId="2543764460" sldId="290"/>
        </pc:sldMkLst>
        <pc:spChg chg="add del mod">
          <ac:chgData name="Shandeep Sugumar" userId="5cf0d9fb6b20a052" providerId="LiveId" clId="{67BF9AAD-579F-427C-8169-2EF117347D27}" dt="2025-09-01T05:27:06.358" v="1010" actId="478"/>
          <ac:spMkLst>
            <pc:docMk/>
            <pc:sldMk cId="2543764460" sldId="290"/>
            <ac:spMk id="3" creationId="{389D25E4-0E34-082C-B943-E57B328CDAA8}"/>
          </ac:spMkLst>
        </pc:spChg>
        <pc:spChg chg="del">
          <ac:chgData name="Shandeep Sugumar" userId="5cf0d9fb6b20a052" providerId="LiveId" clId="{67BF9AAD-579F-427C-8169-2EF117347D27}" dt="2025-09-01T05:27:00.701" v="1009" actId="478"/>
          <ac:spMkLst>
            <pc:docMk/>
            <pc:sldMk cId="2543764460" sldId="290"/>
            <ac:spMk id="4" creationId="{8B3D20DF-A13E-84AD-CA20-17F13354B901}"/>
          </ac:spMkLst>
        </pc:spChg>
        <pc:spChg chg="add mod">
          <ac:chgData name="Shandeep Sugumar" userId="5cf0d9fb6b20a052" providerId="LiveId" clId="{67BF9AAD-579F-427C-8169-2EF117347D27}" dt="2025-09-01T05:28:58.272" v="1032" actId="1076"/>
          <ac:spMkLst>
            <pc:docMk/>
            <pc:sldMk cId="2543764460" sldId="290"/>
            <ac:spMk id="5" creationId="{8AB92EDE-3814-EE7D-C111-17F171DCBDC4}"/>
          </ac:spMkLst>
        </pc:spChg>
        <pc:spChg chg="add mod">
          <ac:chgData name="Shandeep Sugumar" userId="5cf0d9fb6b20a052" providerId="LiveId" clId="{67BF9AAD-579F-427C-8169-2EF117347D27}" dt="2025-09-01T05:29:38.905" v="1041" actId="1076"/>
          <ac:spMkLst>
            <pc:docMk/>
            <pc:sldMk cId="2543764460" sldId="290"/>
            <ac:spMk id="6" creationId="{74692A47-5E74-D570-0AEB-EAB146B8CB28}"/>
          </ac:spMkLst>
        </pc:spChg>
      </pc:sldChg>
      <pc:sldChg chg="modSp new mod">
        <pc:chgData name="Shandeep Sugumar" userId="5cf0d9fb6b20a052" providerId="LiveId" clId="{67BF9AAD-579F-427C-8169-2EF117347D27}" dt="2025-09-01T14:18:01.738" v="1411" actId="1076"/>
        <pc:sldMkLst>
          <pc:docMk/>
          <pc:sldMk cId="2752277886" sldId="291"/>
        </pc:sldMkLst>
        <pc:spChg chg="mod">
          <ac:chgData name="Shandeep Sugumar" userId="5cf0d9fb6b20a052" providerId="LiveId" clId="{67BF9AAD-579F-427C-8169-2EF117347D27}" dt="2025-09-01T14:18:01.738" v="1411" actId="1076"/>
          <ac:spMkLst>
            <pc:docMk/>
            <pc:sldMk cId="2752277886" sldId="291"/>
            <ac:spMk id="2" creationId="{8EF324D2-680F-02D8-5144-357C9D9157FB}"/>
          </ac:spMkLst>
        </pc:spChg>
        <pc:spChg chg="mod">
          <ac:chgData name="Shandeep Sugumar" userId="5cf0d9fb6b20a052" providerId="LiveId" clId="{67BF9AAD-579F-427C-8169-2EF117347D27}" dt="2025-09-01T14:17:55.747" v="1410" actId="1076"/>
          <ac:spMkLst>
            <pc:docMk/>
            <pc:sldMk cId="2752277886" sldId="291"/>
            <ac:spMk id="3" creationId="{2B617DD3-FF83-7168-2D0F-77B155421C58}"/>
          </ac:spMkLst>
        </pc:spChg>
      </pc:sldChg>
      <pc:sldChg chg="modSp add mod">
        <pc:chgData name="Shandeep Sugumar" userId="5cf0d9fb6b20a052" providerId="LiveId" clId="{67BF9AAD-579F-427C-8169-2EF117347D27}" dt="2025-09-01T09:07:07.260" v="1356" actId="20577"/>
        <pc:sldMkLst>
          <pc:docMk/>
          <pc:sldMk cId="212234803" sldId="292"/>
        </pc:sldMkLst>
        <pc:spChg chg="mod">
          <ac:chgData name="Shandeep Sugumar" userId="5cf0d9fb6b20a052" providerId="LiveId" clId="{67BF9AAD-579F-427C-8169-2EF117347D27}" dt="2025-09-01T05:54:51.482" v="1157" actId="207"/>
          <ac:spMkLst>
            <pc:docMk/>
            <pc:sldMk cId="212234803" sldId="292"/>
            <ac:spMk id="2" creationId="{15297CD8-916C-7FE2-5B2B-140FBEA2F2FC}"/>
          </ac:spMkLst>
        </pc:spChg>
        <pc:spChg chg="mod">
          <ac:chgData name="Shandeep Sugumar" userId="5cf0d9fb6b20a052" providerId="LiveId" clId="{67BF9AAD-579F-427C-8169-2EF117347D27}" dt="2025-09-01T09:07:07.260" v="1356" actId="20577"/>
          <ac:spMkLst>
            <pc:docMk/>
            <pc:sldMk cId="212234803" sldId="292"/>
            <ac:spMk id="3" creationId="{B3671131-FBC4-3367-720E-E9250BB4D6BF}"/>
          </ac:spMkLst>
        </pc:spChg>
      </pc:sldChg>
      <pc:sldChg chg="addSp delSp modSp new mod ord">
        <pc:chgData name="Shandeep Sugumar" userId="5cf0d9fb6b20a052" providerId="LiveId" clId="{67BF9AAD-579F-427C-8169-2EF117347D27}" dt="2025-09-02T03:28:35.811" v="1509" actId="14734"/>
        <pc:sldMkLst>
          <pc:docMk/>
          <pc:sldMk cId="2122811635" sldId="293"/>
        </pc:sldMkLst>
        <pc:spChg chg="mod">
          <ac:chgData name="Shandeep Sugumar" userId="5cf0d9fb6b20a052" providerId="LiveId" clId="{67BF9AAD-579F-427C-8169-2EF117347D27}" dt="2025-09-01T06:46:40.579" v="1302" actId="14100"/>
          <ac:spMkLst>
            <pc:docMk/>
            <pc:sldMk cId="2122811635" sldId="293"/>
            <ac:spMk id="2" creationId="{B5BD6DF1-6659-6F6E-4836-2C853FA9CC14}"/>
          </ac:spMkLst>
        </pc:spChg>
        <pc:spChg chg="del">
          <ac:chgData name="Shandeep Sugumar" userId="5cf0d9fb6b20a052" providerId="LiveId" clId="{67BF9AAD-579F-427C-8169-2EF117347D27}" dt="2025-09-01T06:35:33.871" v="1166" actId="478"/>
          <ac:spMkLst>
            <pc:docMk/>
            <pc:sldMk cId="2122811635" sldId="293"/>
            <ac:spMk id="3" creationId="{A1A1A575-ADB5-1358-B8AD-C214C9CEDA11}"/>
          </ac:spMkLst>
        </pc:spChg>
        <pc:graphicFrameChg chg="add del mod modGraphic">
          <ac:chgData name="Shandeep Sugumar" userId="5cf0d9fb6b20a052" providerId="LiveId" clId="{67BF9AAD-579F-427C-8169-2EF117347D27}" dt="2025-09-02T03:28:35.811" v="1509" actId="14734"/>
          <ac:graphicFrameMkLst>
            <pc:docMk/>
            <pc:sldMk cId="2122811635" sldId="293"/>
            <ac:graphicFrameMk id="3" creationId="{78D6499A-7C71-618A-0E80-5EFDD8B2033D}"/>
          </ac:graphicFrameMkLst>
        </pc:graphicFrameChg>
        <pc:graphicFrameChg chg="add del mod modGraphic">
          <ac:chgData name="Shandeep Sugumar" userId="5cf0d9fb6b20a052" providerId="LiveId" clId="{67BF9AAD-579F-427C-8169-2EF117347D27}" dt="2025-09-01T06:40:53.329" v="1215" actId="478"/>
          <ac:graphicFrameMkLst>
            <pc:docMk/>
            <pc:sldMk cId="2122811635" sldId="293"/>
            <ac:graphicFrameMk id="4" creationId="{786B4373-E117-B8F3-3D85-B4AE40F12745}"/>
          </ac:graphicFrameMkLst>
        </pc:graphicFrameChg>
        <pc:graphicFrameChg chg="add del mod">
          <ac:chgData name="Shandeep Sugumar" userId="5cf0d9fb6b20a052" providerId="LiveId" clId="{67BF9AAD-579F-427C-8169-2EF117347D27}" dt="2025-09-01T06:39:47.903" v="1200" actId="478"/>
          <ac:graphicFrameMkLst>
            <pc:docMk/>
            <pc:sldMk cId="2122811635" sldId="293"/>
            <ac:graphicFrameMk id="5" creationId="{86CA3C5B-069A-B0DE-14BC-08C11FA0F11F}"/>
          </ac:graphicFrameMkLst>
        </pc:graphicFrameChg>
        <pc:graphicFrameChg chg="add del mod modGraphic">
          <ac:chgData name="Shandeep Sugumar" userId="5cf0d9fb6b20a052" providerId="LiveId" clId="{67BF9AAD-579F-427C-8169-2EF117347D27}" dt="2025-09-01T14:20:21.590" v="1417" actId="478"/>
          <ac:graphicFrameMkLst>
            <pc:docMk/>
            <pc:sldMk cId="2122811635" sldId="293"/>
            <ac:graphicFrameMk id="6" creationId="{89031FEF-48F3-A42F-5AC0-F4F8CBB3EC4A}"/>
          </ac:graphicFrameMkLst>
        </pc:graphicFrameChg>
      </pc:sldChg>
      <pc:sldChg chg="new del">
        <pc:chgData name="Shandeep Sugumar" userId="5cf0d9fb6b20a052" providerId="LiveId" clId="{67BF9AAD-579F-427C-8169-2EF117347D27}" dt="2025-09-01T06:46:48.393" v="1305" actId="47"/>
        <pc:sldMkLst>
          <pc:docMk/>
          <pc:sldMk cId="1267469752" sldId="294"/>
        </pc:sldMkLst>
      </pc:sldChg>
      <pc:sldChg chg="new del">
        <pc:chgData name="Shandeep Sugumar" userId="5cf0d9fb6b20a052" providerId="LiveId" clId="{67BF9AAD-579F-427C-8169-2EF117347D27}" dt="2025-09-01T06:46:46.691" v="1304" actId="47"/>
        <pc:sldMkLst>
          <pc:docMk/>
          <pc:sldMk cId="2496345701" sldId="295"/>
        </pc:sldMkLst>
      </pc:sldChg>
      <pc:sldChg chg="new del">
        <pc:chgData name="Shandeep Sugumar" userId="5cf0d9fb6b20a052" providerId="LiveId" clId="{67BF9AAD-579F-427C-8169-2EF117347D27}" dt="2025-09-01T06:46:44.782" v="1303" actId="47"/>
        <pc:sldMkLst>
          <pc:docMk/>
          <pc:sldMk cId="216348536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 January 2023</a:t>
            </a: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1-59</a:t>
            </a:r>
            <a:endParaRPr/>
          </a:p>
        </p:txBody>
      </p:sp>
      <p:sp>
        <p:nvSpPr>
          <p:cNvPr id="71" name="Google Shape;71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8A496C8-03DF-CB9B-B54E-E87DAE17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341D0147-F540-8321-4811-05B4224A7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9AE0469A-73EF-37D3-67BA-C8A7FAB0A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0990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FC708EB-3CE8-C045-4E13-139A7482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1D4AE043-71EB-19C0-3208-A58D5E29B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2933D0EF-C0C2-ABE0-1D16-7F03E951B2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1458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009B203-9385-B2AB-B447-E77CC57E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96C21B97-CDFD-C5CF-E343-052807E77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80F43376-56B0-F4E6-45E1-613FA8393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406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460BAD-0F9D-9B79-3C6E-B23F275E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D066AF99-1584-A9E3-705B-5DD362F86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4BA3CF24-546D-5391-BE40-18415FDAF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8903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EFC15F2-D506-A50A-B880-F6F95CA8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>
            <a:extLst>
              <a:ext uri="{FF2B5EF4-FFF2-40B4-BE49-F238E27FC236}">
                <a16:creationId xmlns:a16="http://schemas.microsoft.com/office/drawing/2014/main" id="{00C8038E-C021-E172-FDFC-EAEAB7026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>
            <a:extLst>
              <a:ext uri="{FF2B5EF4-FFF2-40B4-BE49-F238E27FC236}">
                <a16:creationId xmlns:a16="http://schemas.microsoft.com/office/drawing/2014/main" id="{4A557EC0-D1DE-A1E8-3814-AB3FF52DB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6153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</p:txBody>
      </p:sp>
      <p:sp>
        <p:nvSpPr>
          <p:cNvPr id="74" name="Google Shape;74;p11"/>
          <p:cNvSpPr txBox="1"/>
          <p:nvPr/>
        </p:nvSpPr>
        <p:spPr>
          <a:xfrm>
            <a:off x="2666811" y="234057"/>
            <a:ext cx="6108091" cy="205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MSc SOFTWARE SYSTEMS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22ISP71- PROJECT WORK</a:t>
            </a:r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2055724" y="2524024"/>
            <a:ext cx="708827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Emotion Classification via Multimodal Fusion of Physiological and Vocal Signals from Daily-Life Wearables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924" y="4997707"/>
            <a:ext cx="1259632" cy="151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 descr="G:\TBI\TBI@KEC Logos\K Transform\6-5x4 product cent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3926" y="797958"/>
            <a:ext cx="1713898" cy="149046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/>
        </p:nvSpPr>
        <p:spPr>
          <a:xfrm>
            <a:off x="3405360" y="4706249"/>
            <a:ext cx="248786" cy="45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2399493" y="4187199"/>
            <a:ext cx="3200369" cy="23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 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SHANDEEP 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(22ISR046)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IV MSC (SS)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marR="0" lvl="0" indent="-273050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5638800" y="4175065"/>
            <a:ext cx="3505200" cy="241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Mr. A.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ijay,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  <a:endParaRPr lang="en-US"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Department of CT-PG,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Engineering College,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73050" marR="0" lvl="0" indent="-273050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401756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>
            <a:off x="725365" y="246917"/>
            <a:ext cx="7693269" cy="57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>
            <a:off x="624254" y="844306"/>
            <a:ext cx="8062546" cy="551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emotion recognition systems often rely on a single modality like speech or heart rate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Single-modal systems struggle with accuracy in dynamic, real-life environments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inconsistent or less reliable emotion classification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wearable applications, user emotions are complex and influenced by both physiological and vocal cues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lack robustness and adaptability when modalities are incomplete or noisy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aims to enhance emotion recognition by fusing heart rate and speech signals using an efficient multimodal framework.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73742" y="645825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1043608" y="508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1152345" y="1994414"/>
            <a:ext cx="7545488" cy="4195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41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 txBox="1">
            <a:spLocks noGrp="1"/>
          </p:cNvSpPr>
          <p:nvPr>
            <p:ph type="dt" idx="10"/>
          </p:nvPr>
        </p:nvSpPr>
        <p:spPr>
          <a:xfrm>
            <a:off x="8554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727391" y="1994414"/>
            <a:ext cx="8229600" cy="373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emotional features from heart rate and speech signals using lightweight deep learning models based on 1D CNN and LSTM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emotion classification accuracy by applying score-based fusion on modality-specific outputs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model performance by incorporating attention mechanisms and dynamic feature alignment beyond the base architecture.</a:t>
            </a:r>
          </a:p>
          <a:p>
            <a:pPr marL="285750" lvl="0" indent="-285750" algn="just">
              <a:lnSpc>
                <a:spcPct val="150000"/>
              </a:lnSpc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real-world applicability by designing a low-complexity system suitable for wearable devices and daily-life emotion tracking.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1564085" y="315317"/>
            <a:ext cx="7649308" cy="52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05" name="Google Shape;105;p1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C22052-8878-2A48-5627-65EA5A0A1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30870"/>
              </p:ext>
            </p:extLst>
          </p:nvPr>
        </p:nvGraphicFramePr>
        <p:xfrm>
          <a:off x="747325" y="1042219"/>
          <a:ext cx="8308752" cy="5175856"/>
        </p:xfrm>
        <a:graphic>
          <a:graphicData uri="http://schemas.openxmlformats.org/drawingml/2006/table">
            <a:tbl>
              <a:tblPr firstRow="1" bandRow="1">
                <a:tableStyleId>{5207E68F-8D17-45CF-92B6-64CFE90AFC05}</a:tableStyleId>
              </a:tblPr>
              <a:tblGrid>
                <a:gridCol w="678350">
                  <a:extLst>
                    <a:ext uri="{9D8B030D-6E8A-4147-A177-3AD203B41FA5}">
                      <a16:colId xmlns:a16="http://schemas.microsoft.com/office/drawing/2014/main" val="927057594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3762809827"/>
                    </a:ext>
                  </a:extLst>
                </a:gridCol>
                <a:gridCol w="1071718">
                  <a:extLst>
                    <a:ext uri="{9D8B030D-6E8A-4147-A177-3AD203B41FA5}">
                      <a16:colId xmlns:a16="http://schemas.microsoft.com/office/drawing/2014/main" val="1922276412"/>
                    </a:ext>
                  </a:extLst>
                </a:gridCol>
                <a:gridCol w="1307689">
                  <a:extLst>
                    <a:ext uri="{9D8B030D-6E8A-4147-A177-3AD203B41FA5}">
                      <a16:colId xmlns:a16="http://schemas.microsoft.com/office/drawing/2014/main" val="745849563"/>
                    </a:ext>
                  </a:extLst>
                </a:gridCol>
                <a:gridCol w="1700980">
                  <a:extLst>
                    <a:ext uri="{9D8B030D-6E8A-4147-A177-3AD203B41FA5}">
                      <a16:colId xmlns:a16="http://schemas.microsoft.com/office/drawing/2014/main" val="820829316"/>
                    </a:ext>
                  </a:extLst>
                </a:gridCol>
                <a:gridCol w="1573731">
                  <a:extLst>
                    <a:ext uri="{9D8B030D-6E8A-4147-A177-3AD203B41FA5}">
                      <a16:colId xmlns:a16="http://schemas.microsoft.com/office/drawing/2014/main" val="134700268"/>
                    </a:ext>
                  </a:extLst>
                </a:gridCol>
              </a:tblGrid>
              <a:tr h="793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>
                          <a:sym typeface="Times New Roman"/>
                        </a:rPr>
                        <a:t>S.No</a:t>
                      </a:r>
                      <a:endParaRPr lang="en-US" sz="1600" u="none" strike="noStrike" cap="none" dirty="0">
                        <a:sym typeface="Times New Roman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Title of the paper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Name of the Journal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Methodology proposed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Research Gap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28703"/>
                  </a:ext>
                </a:extLst>
              </a:tr>
              <a:tr h="148745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Multimodal Daily-Life Emotional Recognition Using Heart Rate and Speech Data From Wearables</a:t>
                      </a:r>
                      <a:endParaRPr lang="en-US" sz="1400" u="none" strike="noStrike" cap="none" dirty="0">
                        <a:sym typeface="Times New Roman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IEEE Access, 2024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sv-SE" dirty="0"/>
                        <a:t>E. Moon, S. Sagar, H. S. Kim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Score-based fusion of speech and HR using 1D CNN + LSTM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Lacked dynamic feature alignment and attention-based improvements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3319"/>
                  </a:ext>
                </a:extLst>
              </a:tr>
              <a:tr h="148745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Multimodal Emotion Recognition Based on Cascaded Multichannel and Hierarchical Fusion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Comput</a:t>
                      </a:r>
                      <a:r>
                        <a:rPr lang="en-IN" dirty="0"/>
                        <a:t>. </a:t>
                      </a:r>
                      <a:r>
                        <a:rPr lang="en-IN" dirty="0" err="1"/>
                        <a:t>Intell</a:t>
                      </a:r>
                      <a:r>
                        <a:rPr lang="en-IN" dirty="0"/>
                        <a:t>. </a:t>
                      </a:r>
                      <a:r>
                        <a:rPr lang="en-IN" dirty="0" err="1"/>
                        <a:t>Neurosci</a:t>
                      </a:r>
                      <a:r>
                        <a:rPr lang="en-IN" dirty="0"/>
                        <a:t>.,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X. Liu, Z. Xu, K. Huang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Cascaded hierarchical fusion of multiple modalities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High complexity, lacks lightweight real-time suitability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50454"/>
                  </a:ext>
                </a:extLst>
              </a:tr>
              <a:tr h="125607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CSAT-FTCN: A Fuzzy-Oriented Model With Contextual Self-Attention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Cognitive Computation,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D. Jiang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Contextual self-attention-based fuzzy fusion network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Not optimized for low-power or wearable settings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002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2BA8B34-DE52-B6FE-4D63-9F234B46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0ADD4451-FE9B-C4C4-8B5F-6146E20170B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F260CCC-7E26-FCF3-58E4-3403525BA85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4231FA-9FA6-C847-4886-471D55AF0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414007"/>
              </p:ext>
            </p:extLst>
          </p:nvPr>
        </p:nvGraphicFramePr>
        <p:xfrm>
          <a:off x="747325" y="1042219"/>
          <a:ext cx="8308752" cy="4808299"/>
        </p:xfrm>
        <a:graphic>
          <a:graphicData uri="http://schemas.openxmlformats.org/drawingml/2006/table">
            <a:tbl>
              <a:tblPr firstRow="1" bandRow="1">
                <a:tableStyleId>{5207E68F-8D17-45CF-92B6-64CFE90AFC05}</a:tableStyleId>
              </a:tblPr>
              <a:tblGrid>
                <a:gridCol w="678350">
                  <a:extLst>
                    <a:ext uri="{9D8B030D-6E8A-4147-A177-3AD203B41FA5}">
                      <a16:colId xmlns:a16="http://schemas.microsoft.com/office/drawing/2014/main" val="927057594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3762809827"/>
                    </a:ext>
                  </a:extLst>
                </a:gridCol>
                <a:gridCol w="1258531">
                  <a:extLst>
                    <a:ext uri="{9D8B030D-6E8A-4147-A177-3AD203B41FA5}">
                      <a16:colId xmlns:a16="http://schemas.microsoft.com/office/drawing/2014/main" val="1922276412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745849563"/>
                    </a:ext>
                  </a:extLst>
                </a:gridCol>
                <a:gridCol w="1582991">
                  <a:extLst>
                    <a:ext uri="{9D8B030D-6E8A-4147-A177-3AD203B41FA5}">
                      <a16:colId xmlns:a16="http://schemas.microsoft.com/office/drawing/2014/main" val="820829316"/>
                    </a:ext>
                  </a:extLst>
                </a:gridCol>
                <a:gridCol w="1573731">
                  <a:extLst>
                    <a:ext uri="{9D8B030D-6E8A-4147-A177-3AD203B41FA5}">
                      <a16:colId xmlns:a16="http://schemas.microsoft.com/office/drawing/2014/main" val="134700268"/>
                    </a:ext>
                  </a:extLst>
                </a:gridCol>
              </a:tblGrid>
              <a:tr h="793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>
                          <a:sym typeface="Times New Roman"/>
                        </a:rPr>
                        <a:t>S.No</a:t>
                      </a:r>
                      <a:endParaRPr lang="en-US" sz="1600" u="none" strike="noStrike" cap="none" dirty="0">
                        <a:sym typeface="Times New Roman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Title of the paper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Name of the Journal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Methodology proposed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Research Gap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28703"/>
                  </a:ext>
                </a:extLst>
              </a:tr>
              <a:tr h="127146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Emotion Recognition Using Random Convolutional Kernel on ECG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Biomed. Signal Process. Control, 2024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A. Fang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CNN kernels for ECG-based classification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Focused only on unimodal ECG, missing speech modality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3319"/>
                  </a:ext>
                </a:extLst>
              </a:tr>
              <a:tr h="148745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Speech Emotion Recognition Using CNN-</a:t>
                      </a:r>
                      <a:r>
                        <a:rPr lang="en-US" dirty="0" err="1"/>
                        <a:t>BiLSTM</a:t>
                      </a:r>
                      <a:r>
                        <a:rPr lang="en-US" dirty="0"/>
                        <a:t> with Multi-task Learning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Applied Acoustics,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Z. Liu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CNN + attention-</a:t>
                      </a:r>
                      <a:r>
                        <a:rPr lang="en-IN" dirty="0" err="1"/>
                        <a:t>BiLSTM</a:t>
                      </a:r>
                      <a:r>
                        <a:rPr lang="en-IN" dirty="0"/>
                        <a:t> with multitasking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integration with physiological features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50454"/>
                  </a:ext>
                </a:extLst>
              </a:tr>
              <a:tr h="1256072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Multi-Label Multimodal Emotion Recognition with Transformer Fusion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IEEE Access, 2023</a:t>
                      </a:r>
                      <a:endParaRPr lang="en-IN" dirty="0">
                        <a:effectLst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H. Le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Transformer-based multimodal fusion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optimized for wearable/low-memory devices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0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51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0366B073-8A64-1627-3186-7FE61E4F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48FE6633-F321-0022-A70E-9BE23CCD744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9EA13D32-3520-FD83-9D8E-F2AB3C0F45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2D0234-EAFA-8B30-535A-AA7293E47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99173"/>
              </p:ext>
            </p:extLst>
          </p:nvPr>
        </p:nvGraphicFramePr>
        <p:xfrm>
          <a:off x="747325" y="1042219"/>
          <a:ext cx="8308752" cy="4788310"/>
        </p:xfrm>
        <a:graphic>
          <a:graphicData uri="http://schemas.openxmlformats.org/drawingml/2006/table">
            <a:tbl>
              <a:tblPr firstRow="1" bandRow="1">
                <a:tableStyleId>{5207E68F-8D17-45CF-92B6-64CFE90AFC05}</a:tableStyleId>
              </a:tblPr>
              <a:tblGrid>
                <a:gridCol w="678350">
                  <a:extLst>
                    <a:ext uri="{9D8B030D-6E8A-4147-A177-3AD203B41FA5}">
                      <a16:colId xmlns:a16="http://schemas.microsoft.com/office/drawing/2014/main" val="927057594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3762809827"/>
                    </a:ext>
                  </a:extLst>
                </a:gridCol>
                <a:gridCol w="1258531">
                  <a:extLst>
                    <a:ext uri="{9D8B030D-6E8A-4147-A177-3AD203B41FA5}">
                      <a16:colId xmlns:a16="http://schemas.microsoft.com/office/drawing/2014/main" val="1922276412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745849563"/>
                    </a:ext>
                  </a:extLst>
                </a:gridCol>
                <a:gridCol w="1582991">
                  <a:extLst>
                    <a:ext uri="{9D8B030D-6E8A-4147-A177-3AD203B41FA5}">
                      <a16:colId xmlns:a16="http://schemas.microsoft.com/office/drawing/2014/main" val="820829316"/>
                    </a:ext>
                  </a:extLst>
                </a:gridCol>
                <a:gridCol w="1573731">
                  <a:extLst>
                    <a:ext uri="{9D8B030D-6E8A-4147-A177-3AD203B41FA5}">
                      <a16:colId xmlns:a16="http://schemas.microsoft.com/office/drawing/2014/main" val="134700268"/>
                    </a:ext>
                  </a:extLst>
                </a:gridCol>
              </a:tblGrid>
              <a:tr h="836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>
                          <a:sym typeface="Times New Roman"/>
                        </a:rPr>
                        <a:t>S.No</a:t>
                      </a:r>
                      <a:endParaRPr lang="en-US" sz="1600" u="none" strike="noStrike" cap="none" dirty="0">
                        <a:sym typeface="Times New Roman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Title of the paper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Name of the Journal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Methodology proposed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Research Gap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28703"/>
                  </a:ext>
                </a:extLst>
              </a:tr>
              <a:tr h="1340995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CNN-LSTM for Emotion Recognition Using Contactless PPG Signals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Biomed. Signal Process. Control,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W. Mellouk, W. </a:t>
                      </a:r>
                      <a:r>
                        <a:rPr lang="en-IN" dirty="0" err="1"/>
                        <a:t>Handouzi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CNN-LSTM on facial-based PPG signals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PPG signals less suitable for real-world wearable use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3319"/>
                  </a:ext>
                </a:extLst>
              </a:tr>
              <a:tr h="1285869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Interpretable Multimodal Emotion Recognition Using Hybrid Fusion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Multimedia Tools Appl., 2024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P. Kumar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Speech + image fusion with hybrid attention layers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Does not address emotion detection in speech + ECG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50454"/>
                  </a:ext>
                </a:extLst>
              </a:tr>
              <a:tr h="1324758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Emotion Recognition Using Audio-Text via Hybrid Attention Network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Biomed. Signal Process. Control,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S. Zhang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Hybrid attention on audio and textual embeddings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Lacks physiological signals and real-time adaptability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0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87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02CDAE3B-FEC1-C753-4E41-DEE8B74B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BCFD6C95-69E4-2FA2-A2A7-496D2588C3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4DE8BD2-C156-EE33-4896-AD972A0BBCC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5D8929-0680-8A8A-3B98-03C524DF0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81411"/>
              </p:ext>
            </p:extLst>
          </p:nvPr>
        </p:nvGraphicFramePr>
        <p:xfrm>
          <a:off x="747325" y="1052051"/>
          <a:ext cx="8308752" cy="4807975"/>
        </p:xfrm>
        <a:graphic>
          <a:graphicData uri="http://schemas.openxmlformats.org/drawingml/2006/table">
            <a:tbl>
              <a:tblPr firstRow="1" bandRow="1">
                <a:tableStyleId>{5207E68F-8D17-45CF-92B6-64CFE90AFC05}</a:tableStyleId>
              </a:tblPr>
              <a:tblGrid>
                <a:gridCol w="678350">
                  <a:extLst>
                    <a:ext uri="{9D8B030D-6E8A-4147-A177-3AD203B41FA5}">
                      <a16:colId xmlns:a16="http://schemas.microsoft.com/office/drawing/2014/main" val="927057594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3762809827"/>
                    </a:ext>
                  </a:extLst>
                </a:gridCol>
                <a:gridCol w="1258531">
                  <a:extLst>
                    <a:ext uri="{9D8B030D-6E8A-4147-A177-3AD203B41FA5}">
                      <a16:colId xmlns:a16="http://schemas.microsoft.com/office/drawing/2014/main" val="1922276412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745849563"/>
                    </a:ext>
                  </a:extLst>
                </a:gridCol>
                <a:gridCol w="1582991">
                  <a:extLst>
                    <a:ext uri="{9D8B030D-6E8A-4147-A177-3AD203B41FA5}">
                      <a16:colId xmlns:a16="http://schemas.microsoft.com/office/drawing/2014/main" val="820829316"/>
                    </a:ext>
                  </a:extLst>
                </a:gridCol>
                <a:gridCol w="1573731">
                  <a:extLst>
                    <a:ext uri="{9D8B030D-6E8A-4147-A177-3AD203B41FA5}">
                      <a16:colId xmlns:a16="http://schemas.microsoft.com/office/drawing/2014/main" val="134700268"/>
                    </a:ext>
                  </a:extLst>
                </a:gridCol>
              </a:tblGrid>
              <a:tr h="840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>
                          <a:sym typeface="Times New Roman"/>
                        </a:rPr>
                        <a:t>S.No</a:t>
                      </a:r>
                      <a:endParaRPr lang="en-US" sz="1600" u="none" strike="noStrike" cap="none" dirty="0">
                        <a:sym typeface="Times New Roman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Title of the paper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Name of the Journal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Methodology proposed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Research Gap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28703"/>
                  </a:ext>
                </a:extLst>
              </a:tr>
              <a:tr h="1346502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Multimodal Emotion Detection via Attention-Based Facial and Speech Fusion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Sensors,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D. </a:t>
                      </a:r>
                      <a:r>
                        <a:rPr lang="en-IN" dirty="0" err="1"/>
                        <a:t>Mamieva</a:t>
                      </a:r>
                      <a:r>
                        <a:rPr lang="en-IN" dirty="0"/>
                        <a:t>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Attention-based fusion of facial and vocal features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computational overhead for wearables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3319"/>
                  </a:ext>
                </a:extLst>
              </a:tr>
              <a:tr h="129115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Emotional Health Detection Using Transfer Learning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Neural </a:t>
                      </a:r>
                      <a:r>
                        <a:rPr lang="en-IN" dirty="0" err="1"/>
                        <a:t>Comput</a:t>
                      </a:r>
                      <a:r>
                        <a:rPr lang="en-IN" dirty="0"/>
                        <a:t>. Appl.,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A. Sharma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Fine-tuned transfer networks on audio-visual-text data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Misses real-time fusion from physiological data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50454"/>
                  </a:ext>
                </a:extLst>
              </a:tr>
              <a:tr h="1330198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Emotion Recognition Using </a:t>
                      </a:r>
                      <a:r>
                        <a:rPr lang="en-US" dirty="0" err="1"/>
                        <a:t>Spatio</a:t>
                      </a:r>
                      <a:r>
                        <a:rPr lang="en-US" dirty="0"/>
                        <a:t>-Temporal CNNs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Biomed. Signal Process. Control, 2022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M. Sharafi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Spatio</a:t>
                      </a:r>
                      <a:r>
                        <a:rPr lang="en-IN" dirty="0"/>
                        <a:t>-temporal convolution across modalities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too deep for edge deployment on wearables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0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0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4681F09-33A4-0F14-694B-A3A2379A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019DF732-1A62-AF80-7B56-1F7BF854E1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470116A-6DA6-3597-A7F6-4CBBC4D43A6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7181DD-A2E9-9E57-B1AF-6CF9D7BD1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593448"/>
              </p:ext>
            </p:extLst>
          </p:nvPr>
        </p:nvGraphicFramePr>
        <p:xfrm>
          <a:off x="747325" y="1042219"/>
          <a:ext cx="8308752" cy="4778479"/>
        </p:xfrm>
        <a:graphic>
          <a:graphicData uri="http://schemas.openxmlformats.org/drawingml/2006/table">
            <a:tbl>
              <a:tblPr firstRow="1" bandRow="1">
                <a:tableStyleId>{5207E68F-8D17-45CF-92B6-64CFE90AFC05}</a:tableStyleId>
              </a:tblPr>
              <a:tblGrid>
                <a:gridCol w="678350">
                  <a:extLst>
                    <a:ext uri="{9D8B030D-6E8A-4147-A177-3AD203B41FA5}">
                      <a16:colId xmlns:a16="http://schemas.microsoft.com/office/drawing/2014/main" val="927057594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3762809827"/>
                    </a:ext>
                  </a:extLst>
                </a:gridCol>
                <a:gridCol w="1258531">
                  <a:extLst>
                    <a:ext uri="{9D8B030D-6E8A-4147-A177-3AD203B41FA5}">
                      <a16:colId xmlns:a16="http://schemas.microsoft.com/office/drawing/2014/main" val="1922276412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745849563"/>
                    </a:ext>
                  </a:extLst>
                </a:gridCol>
                <a:gridCol w="1582991">
                  <a:extLst>
                    <a:ext uri="{9D8B030D-6E8A-4147-A177-3AD203B41FA5}">
                      <a16:colId xmlns:a16="http://schemas.microsoft.com/office/drawing/2014/main" val="820829316"/>
                    </a:ext>
                  </a:extLst>
                </a:gridCol>
                <a:gridCol w="1573731">
                  <a:extLst>
                    <a:ext uri="{9D8B030D-6E8A-4147-A177-3AD203B41FA5}">
                      <a16:colId xmlns:a16="http://schemas.microsoft.com/office/drawing/2014/main" val="134700268"/>
                    </a:ext>
                  </a:extLst>
                </a:gridCol>
              </a:tblGrid>
              <a:tr h="8142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 err="1">
                          <a:sym typeface="Times New Roman"/>
                        </a:rPr>
                        <a:t>S.No</a:t>
                      </a:r>
                      <a:endParaRPr lang="en-US" sz="1600" u="none" strike="noStrike" cap="none" dirty="0">
                        <a:sym typeface="Times New Roman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Title of the paper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Name of the Journal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Methodology proposed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ym typeface="Times New Roman"/>
                        </a:rPr>
                        <a:t>Research Gap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28703"/>
                  </a:ext>
                </a:extLst>
              </a:tr>
              <a:tr h="13050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Behavior-Driven Emotion Recognition Using Mobile Sensors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Trans. Affect. </a:t>
                      </a:r>
                      <a:r>
                        <a:rPr lang="en-IN" dirty="0" err="1"/>
                        <a:t>Comput</a:t>
                      </a:r>
                      <a:r>
                        <a:rPr lang="en-IN" dirty="0"/>
                        <a:t>.,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K. Yang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Deep multimodal sensing from mobile </a:t>
                      </a:r>
                      <a:r>
                        <a:rPr lang="en-IN" dirty="0" err="1"/>
                        <a:t>behavioral</a:t>
                      </a:r>
                      <a:r>
                        <a:rPr lang="en-IN" dirty="0"/>
                        <a:t> data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Fusion did not include speech or heart rate directly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3319"/>
                  </a:ext>
                </a:extLst>
              </a:tr>
              <a:tr h="1251386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Multicultural Speech Emotion Recognition with Language-Speaker Cues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Biomed. Signal Process. Control, 2023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S. K. Pandey et 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Incorporates multilingual and speaker-specific traits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Focused only on audio modality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50454"/>
                  </a:ext>
                </a:extLst>
              </a:tr>
              <a:tr h="1407809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Multimodal Emotion Recognition Using Affective Biomarkers (MEMoR)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Image Vis. </a:t>
                      </a:r>
                      <a:r>
                        <a:rPr lang="en-IN" dirty="0" err="1"/>
                        <a:t>Comput</a:t>
                      </a:r>
                      <a:r>
                        <a:rPr lang="en-IN" dirty="0"/>
                        <a:t>., 2022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Image Vis. </a:t>
                      </a:r>
                      <a:r>
                        <a:rPr lang="en-IN" dirty="0" err="1"/>
                        <a:t>Comput</a:t>
                      </a:r>
                      <a:r>
                        <a:rPr lang="en-IN" dirty="0"/>
                        <a:t>., 2022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Predictive emotion health analytics using biomarkers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Misses lightweight models for wearable deployment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0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641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690196" y="290146"/>
            <a:ext cx="7763608" cy="63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PROPOSED SYSTEM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617069" y="1617834"/>
            <a:ext cx="8229600" cy="446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emotion recognition on physiological (heart rate) and vocal (speech) signals using lightweight deep learning models (1D CNN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LSTM,BILSTM)</a:t>
            </a:r>
            <a:r>
              <a:rPr lang="en-US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from both modalities are extracted independently and combined using a score-based fusion method, enhanced with attention mechanisms and dynamic alignment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for real-time deployment on wearable devices, and performance is evaluated using output parameters like accuracy, F1-score, confusion matrix, and inference time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4360" lvl="1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/>
          </a:p>
          <a:p>
            <a:pPr marL="45720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7E28-6DE9-9967-9565-E7A4A10E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762" y="106816"/>
            <a:ext cx="4011561" cy="583176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System Flow Diagram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40D33EB-1297-D6FA-F4B8-6DD264047E8C}"/>
              </a:ext>
            </a:extLst>
          </p:cNvPr>
          <p:cNvGrpSpPr/>
          <p:nvPr/>
        </p:nvGrpSpPr>
        <p:grpSpPr>
          <a:xfrm>
            <a:off x="879986" y="794886"/>
            <a:ext cx="2969342" cy="855406"/>
            <a:chOff x="1238865" y="1602659"/>
            <a:chExt cx="2969342" cy="961103"/>
          </a:xfrm>
        </p:grpSpPr>
        <p:sp>
          <p:nvSpPr>
            <p:cNvPr id="4" name="Flowchart: Magnetic Disk 3">
              <a:extLst>
                <a:ext uri="{FF2B5EF4-FFF2-40B4-BE49-F238E27FC236}">
                  <a16:creationId xmlns:a16="http://schemas.microsoft.com/office/drawing/2014/main" id="{9DC6E99A-49A1-7898-6B6B-309B687F4893}"/>
                </a:ext>
              </a:extLst>
            </p:cNvPr>
            <p:cNvSpPr/>
            <p:nvPr/>
          </p:nvSpPr>
          <p:spPr>
            <a:xfrm>
              <a:off x="1238865" y="1602659"/>
              <a:ext cx="2969342" cy="961103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1F6C53-9889-55BC-5B40-D9085646C794}"/>
                </a:ext>
              </a:extLst>
            </p:cNvPr>
            <p:cNvSpPr txBox="1"/>
            <p:nvPr/>
          </p:nvSpPr>
          <p:spPr>
            <a:xfrm>
              <a:off x="1681316" y="2054942"/>
              <a:ext cx="2089356" cy="345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Speech + ECG Dataset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EA3558-7574-5A1C-C52A-3F23F1EFDE63}"/>
              </a:ext>
            </a:extLst>
          </p:cNvPr>
          <p:cNvGrpSpPr/>
          <p:nvPr/>
        </p:nvGrpSpPr>
        <p:grpSpPr>
          <a:xfrm>
            <a:off x="879986" y="1923870"/>
            <a:ext cx="3087329" cy="1179872"/>
            <a:chOff x="1238865" y="3224980"/>
            <a:chExt cx="3087329" cy="14625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5B593CB-2EE5-EE31-2C7B-54CACD9AFC29}"/>
                </a:ext>
              </a:extLst>
            </p:cNvPr>
            <p:cNvGrpSpPr/>
            <p:nvPr/>
          </p:nvGrpSpPr>
          <p:grpSpPr>
            <a:xfrm>
              <a:off x="1238865" y="3224980"/>
              <a:ext cx="3087329" cy="1462549"/>
              <a:chOff x="1238865" y="2831690"/>
              <a:chExt cx="3087329" cy="21465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5BD0682-4794-84F0-CD99-A53ECAF2762D}"/>
                  </a:ext>
                </a:extLst>
              </p:cNvPr>
              <p:cNvSpPr/>
              <p:nvPr/>
            </p:nvSpPr>
            <p:spPr>
              <a:xfrm>
                <a:off x="1238865" y="2831690"/>
                <a:ext cx="3087329" cy="5831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21A6C6F-350C-5920-B132-162ABF338D0E}"/>
                  </a:ext>
                </a:extLst>
              </p:cNvPr>
              <p:cNvSpPr/>
              <p:nvPr/>
            </p:nvSpPr>
            <p:spPr>
              <a:xfrm>
                <a:off x="1238865" y="3414866"/>
                <a:ext cx="3087329" cy="1563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CC9BA2-80DF-A8DE-BA18-FD1F53E3575B}"/>
                </a:ext>
              </a:extLst>
            </p:cNvPr>
            <p:cNvSpPr txBox="1"/>
            <p:nvPr/>
          </p:nvSpPr>
          <p:spPr>
            <a:xfrm>
              <a:off x="1946787" y="3275111"/>
              <a:ext cx="18189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Data Preprocessing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9C64B7-F5EA-690E-9E3B-7E73DF371BAC}"/>
                </a:ext>
              </a:extLst>
            </p:cNvPr>
            <p:cNvSpPr txBox="1"/>
            <p:nvPr/>
          </p:nvSpPr>
          <p:spPr>
            <a:xfrm>
              <a:off x="1356852" y="3736376"/>
              <a:ext cx="285135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Noise Removal (Speech)</a:t>
              </a:r>
            </a:p>
            <a:p>
              <a:pPr algn="ctr"/>
              <a:r>
                <a:rPr lang="en-US" dirty="0"/>
                <a:t>Signal Filtering (ECG)</a:t>
              </a:r>
            </a:p>
            <a:p>
              <a:pPr algn="ctr"/>
              <a:r>
                <a:rPr lang="en-US" dirty="0"/>
                <a:t>Normalization / Scaling</a:t>
              </a:r>
              <a:endParaRPr lang="en-IN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8EA568-5977-5ECA-162F-F1C8B411961E}"/>
              </a:ext>
            </a:extLst>
          </p:cNvPr>
          <p:cNvGrpSpPr/>
          <p:nvPr/>
        </p:nvGrpSpPr>
        <p:grpSpPr>
          <a:xfrm>
            <a:off x="879985" y="3377289"/>
            <a:ext cx="3087329" cy="1465503"/>
            <a:chOff x="1238865" y="5036692"/>
            <a:chExt cx="3087329" cy="146550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B00A58E-203E-C485-A9FC-9F4F7F6D6B38}"/>
                </a:ext>
              </a:extLst>
            </p:cNvPr>
            <p:cNvGrpSpPr/>
            <p:nvPr/>
          </p:nvGrpSpPr>
          <p:grpSpPr>
            <a:xfrm>
              <a:off x="1238865" y="5036692"/>
              <a:ext cx="3087329" cy="1462549"/>
              <a:chOff x="1238865" y="2831690"/>
              <a:chExt cx="3087329" cy="214650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0105943-BBD3-56E3-182A-9D8668CEA565}"/>
                  </a:ext>
                </a:extLst>
              </p:cNvPr>
              <p:cNvSpPr/>
              <p:nvPr/>
            </p:nvSpPr>
            <p:spPr>
              <a:xfrm>
                <a:off x="1238865" y="2831690"/>
                <a:ext cx="3087329" cy="5831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6E691D2-9792-46E6-3807-F70D45BACA59}"/>
                  </a:ext>
                </a:extLst>
              </p:cNvPr>
              <p:cNvSpPr/>
              <p:nvPr/>
            </p:nvSpPr>
            <p:spPr>
              <a:xfrm>
                <a:off x="1238865" y="3414866"/>
                <a:ext cx="3087329" cy="1563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0A4153-6C67-FFA3-4A03-258EA5CFBA4F}"/>
                </a:ext>
              </a:extLst>
            </p:cNvPr>
            <p:cNvSpPr txBox="1"/>
            <p:nvPr/>
          </p:nvSpPr>
          <p:spPr>
            <a:xfrm>
              <a:off x="2015614" y="5072711"/>
              <a:ext cx="18189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Feature Extraction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5E1087-8086-8675-E462-F3FADB01E02F}"/>
                </a:ext>
              </a:extLst>
            </p:cNvPr>
            <p:cNvSpPr txBox="1"/>
            <p:nvPr/>
          </p:nvSpPr>
          <p:spPr>
            <a:xfrm>
              <a:off x="1356852" y="5548088"/>
              <a:ext cx="285135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MFCC, Chroma, Spectral (Speech)</a:t>
              </a:r>
            </a:p>
            <a:p>
              <a:pPr algn="ctr"/>
              <a:r>
                <a:rPr lang="en-US" dirty="0"/>
                <a:t> HER / ECG Features</a:t>
              </a:r>
            </a:p>
            <a:p>
              <a:pPr algn="ctr"/>
              <a:r>
                <a:rPr lang="en-US" dirty="0"/>
                <a:t>Statistical Features</a:t>
              </a:r>
              <a:endParaRPr lang="en-IN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2A36B90-547F-AF75-E9BD-D715085FFE13}"/>
              </a:ext>
            </a:extLst>
          </p:cNvPr>
          <p:cNvGrpSpPr/>
          <p:nvPr/>
        </p:nvGrpSpPr>
        <p:grpSpPr>
          <a:xfrm>
            <a:off x="879985" y="5132664"/>
            <a:ext cx="3087328" cy="1170037"/>
            <a:chOff x="4739148" y="3375300"/>
            <a:chExt cx="3087329" cy="14625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7F561DA-2E67-1275-4947-7CA43CA9041E}"/>
                </a:ext>
              </a:extLst>
            </p:cNvPr>
            <p:cNvGrpSpPr/>
            <p:nvPr/>
          </p:nvGrpSpPr>
          <p:grpSpPr>
            <a:xfrm>
              <a:off x="4739148" y="3375300"/>
              <a:ext cx="3087329" cy="1462549"/>
              <a:chOff x="1238865" y="2831690"/>
              <a:chExt cx="3087329" cy="214650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26EF174-D826-23DE-A181-C9445BED34F8}"/>
                  </a:ext>
                </a:extLst>
              </p:cNvPr>
              <p:cNvSpPr/>
              <p:nvPr/>
            </p:nvSpPr>
            <p:spPr>
              <a:xfrm>
                <a:off x="1238865" y="2831690"/>
                <a:ext cx="3087329" cy="5831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52864B0-A351-5ADC-5474-B9BA7CDEFD69}"/>
                  </a:ext>
                </a:extLst>
              </p:cNvPr>
              <p:cNvSpPr/>
              <p:nvPr/>
            </p:nvSpPr>
            <p:spPr>
              <a:xfrm>
                <a:off x="1238865" y="3414866"/>
                <a:ext cx="3087329" cy="1563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44D3F5-A98F-8D10-4AED-62E3D43EA596}"/>
                </a:ext>
              </a:extLst>
            </p:cNvPr>
            <p:cNvSpPr txBox="1"/>
            <p:nvPr/>
          </p:nvSpPr>
          <p:spPr>
            <a:xfrm>
              <a:off x="5692876" y="3431834"/>
              <a:ext cx="13371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Fusion Model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48F0E6-6FD5-2FAA-2676-6FD9581AF90A}"/>
                </a:ext>
              </a:extLst>
            </p:cNvPr>
            <p:cNvSpPr txBox="1"/>
            <p:nvPr/>
          </p:nvSpPr>
          <p:spPr>
            <a:xfrm>
              <a:off x="4935793" y="3935920"/>
              <a:ext cx="274320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Speech Branch (Dense / CNN)</a:t>
              </a:r>
            </a:p>
            <a:p>
              <a:pPr algn="ctr"/>
              <a:r>
                <a:rPr lang="en-US" dirty="0"/>
                <a:t>HER Branch (Dense / </a:t>
              </a:r>
              <a:r>
                <a:rPr lang="en-US" dirty="0" err="1"/>
                <a:t>BiLSTM</a:t>
              </a:r>
              <a:r>
                <a:rPr lang="en-US" dirty="0"/>
                <a:t>)</a:t>
              </a:r>
            </a:p>
            <a:p>
              <a:pPr algn="ctr"/>
              <a:r>
                <a:rPr lang="en-US" dirty="0"/>
                <a:t>Concatenate &amp; Dense Layers</a:t>
              </a:r>
              <a:endParaRPr lang="en-IN" dirty="0"/>
            </a:p>
          </p:txBody>
        </p:sp>
      </p:grpSp>
      <p:sp>
        <p:nvSpPr>
          <p:cNvPr id="57" name="Arrow: Down 56">
            <a:extLst>
              <a:ext uri="{FF2B5EF4-FFF2-40B4-BE49-F238E27FC236}">
                <a16:creationId xmlns:a16="http://schemas.microsoft.com/office/drawing/2014/main" id="{93F13088-9BFE-5489-BEA9-3647276B6C79}"/>
              </a:ext>
            </a:extLst>
          </p:cNvPr>
          <p:cNvSpPr/>
          <p:nvPr/>
        </p:nvSpPr>
        <p:spPr>
          <a:xfrm>
            <a:off x="2172929" y="1650293"/>
            <a:ext cx="147483" cy="27062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C56A15BE-2810-156C-18B7-F2C6C2F36DAA}"/>
              </a:ext>
            </a:extLst>
          </p:cNvPr>
          <p:cNvSpPr/>
          <p:nvPr/>
        </p:nvSpPr>
        <p:spPr>
          <a:xfrm>
            <a:off x="2172929" y="3106665"/>
            <a:ext cx="147483" cy="27062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58A92498-826A-5685-187E-78ABB8DB5784}"/>
              </a:ext>
            </a:extLst>
          </p:cNvPr>
          <p:cNvSpPr/>
          <p:nvPr/>
        </p:nvSpPr>
        <p:spPr>
          <a:xfrm>
            <a:off x="2172928" y="4852416"/>
            <a:ext cx="147483" cy="27062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D4B138C3-294C-351A-5E76-D5CED2931340}"/>
              </a:ext>
            </a:extLst>
          </p:cNvPr>
          <p:cNvSpPr/>
          <p:nvPr/>
        </p:nvSpPr>
        <p:spPr>
          <a:xfrm>
            <a:off x="3967313" y="5572157"/>
            <a:ext cx="1126800" cy="31788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8E495B-AC9B-524A-4187-04FFB3FC68B6}"/>
              </a:ext>
            </a:extLst>
          </p:cNvPr>
          <p:cNvGrpSpPr/>
          <p:nvPr/>
        </p:nvGrpSpPr>
        <p:grpSpPr>
          <a:xfrm>
            <a:off x="5052322" y="2363843"/>
            <a:ext cx="3185653" cy="3063074"/>
            <a:chOff x="5094114" y="1933742"/>
            <a:chExt cx="3185653" cy="306307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A9A58EF-D1B1-E3BE-CFAC-5210DE1ADFD7}"/>
                </a:ext>
              </a:extLst>
            </p:cNvPr>
            <p:cNvGrpSpPr/>
            <p:nvPr/>
          </p:nvGrpSpPr>
          <p:grpSpPr>
            <a:xfrm>
              <a:off x="5118694" y="3597762"/>
              <a:ext cx="3087329" cy="1104801"/>
              <a:chOff x="4739148" y="3375300"/>
              <a:chExt cx="3087329" cy="1462549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CD26749-F92B-F8F1-BFA6-497BD7B01A0A}"/>
                  </a:ext>
                </a:extLst>
              </p:cNvPr>
              <p:cNvGrpSpPr/>
              <p:nvPr/>
            </p:nvGrpSpPr>
            <p:grpSpPr>
              <a:xfrm>
                <a:off x="4739148" y="3375300"/>
                <a:ext cx="3087329" cy="1462549"/>
                <a:chOff x="1238865" y="2831690"/>
                <a:chExt cx="3087329" cy="2146504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C219679-B1FB-20CC-A11B-22A0753964DC}"/>
                    </a:ext>
                  </a:extLst>
                </p:cNvPr>
                <p:cNvSpPr/>
                <p:nvPr/>
              </p:nvSpPr>
              <p:spPr>
                <a:xfrm>
                  <a:off x="1238865" y="2831690"/>
                  <a:ext cx="3087329" cy="58317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C327CB9-7986-6421-FAE3-BC57221E36EB}"/>
                    </a:ext>
                  </a:extLst>
                </p:cNvPr>
                <p:cNvSpPr/>
                <p:nvPr/>
              </p:nvSpPr>
              <p:spPr>
                <a:xfrm>
                  <a:off x="1238865" y="3414866"/>
                  <a:ext cx="3087329" cy="156332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0F8716F-0C17-1B27-2E39-AFDFA366FEAE}"/>
                  </a:ext>
                </a:extLst>
              </p:cNvPr>
              <p:cNvSpPr txBox="1"/>
              <p:nvPr/>
            </p:nvSpPr>
            <p:spPr>
              <a:xfrm>
                <a:off x="5692875" y="3431834"/>
                <a:ext cx="14355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 Model Training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27D09A-ABBB-5076-5B66-AB10C1B9A245}"/>
                  </a:ext>
                </a:extLst>
              </p:cNvPr>
              <p:cNvSpPr txBox="1"/>
              <p:nvPr/>
            </p:nvSpPr>
            <p:spPr>
              <a:xfrm>
                <a:off x="4935793" y="3935920"/>
                <a:ext cx="2743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Early Stopping</a:t>
                </a:r>
              </a:p>
              <a:p>
                <a:pPr algn="ctr"/>
                <a:r>
                  <a:rPr lang="en-US" dirty="0"/>
                  <a:t>Optimization</a:t>
                </a:r>
                <a:endParaRPr lang="en-IN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7A3CE94-AA22-F5E4-C3AF-D32F47688A59}"/>
                </a:ext>
              </a:extLst>
            </p:cNvPr>
            <p:cNvGrpSpPr/>
            <p:nvPr/>
          </p:nvGrpSpPr>
          <p:grpSpPr>
            <a:xfrm>
              <a:off x="5094114" y="1933742"/>
              <a:ext cx="3185653" cy="1376597"/>
              <a:chOff x="4739148" y="3375300"/>
              <a:chExt cx="3087329" cy="1462549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CECB97E-F2DD-017D-01BD-30BFF5E11D61}"/>
                  </a:ext>
                </a:extLst>
              </p:cNvPr>
              <p:cNvGrpSpPr/>
              <p:nvPr/>
            </p:nvGrpSpPr>
            <p:grpSpPr>
              <a:xfrm>
                <a:off x="4739148" y="3375300"/>
                <a:ext cx="3087329" cy="1462549"/>
                <a:chOff x="1238865" y="2831690"/>
                <a:chExt cx="3087329" cy="2146504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995052F-9DB0-3DD1-A7AD-67C8539D2ECC}"/>
                    </a:ext>
                  </a:extLst>
                </p:cNvPr>
                <p:cNvSpPr/>
                <p:nvPr/>
              </p:nvSpPr>
              <p:spPr>
                <a:xfrm>
                  <a:off x="1238865" y="2831690"/>
                  <a:ext cx="3087329" cy="58317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76E088BA-18F0-0525-39C8-B8A84BDD6955}"/>
                    </a:ext>
                  </a:extLst>
                </p:cNvPr>
                <p:cNvSpPr/>
                <p:nvPr/>
              </p:nvSpPr>
              <p:spPr>
                <a:xfrm>
                  <a:off x="1238865" y="3414866"/>
                  <a:ext cx="3087329" cy="156332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A5A6617-C7FA-573C-1079-8FF822745F22}"/>
                  </a:ext>
                </a:extLst>
              </p:cNvPr>
              <p:cNvSpPr txBox="1"/>
              <p:nvPr/>
            </p:nvSpPr>
            <p:spPr>
              <a:xfrm>
                <a:off x="5692875" y="3431833"/>
                <a:ext cx="1764894" cy="407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 Evaluation Metrics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5CBDA21-5329-9DE8-3A87-537765735A97}"/>
                  </a:ext>
                </a:extLst>
              </p:cNvPr>
              <p:cNvSpPr txBox="1"/>
              <p:nvPr/>
            </p:nvSpPr>
            <p:spPr>
              <a:xfrm>
                <a:off x="4939796" y="3798412"/>
                <a:ext cx="2743201" cy="1013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F1-Score 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</a:t>
                </a:r>
              </a:p>
            </p:txBody>
          </p:sp>
        </p:grpSp>
        <p:sp>
          <p:nvSpPr>
            <p:cNvPr id="63" name="Arrow: Up 62">
              <a:extLst>
                <a:ext uri="{FF2B5EF4-FFF2-40B4-BE49-F238E27FC236}">
                  <a16:creationId xmlns:a16="http://schemas.microsoft.com/office/drawing/2014/main" id="{FCF5D5D1-DBE8-3CE1-D11C-D1562AA7B779}"/>
                </a:ext>
              </a:extLst>
            </p:cNvPr>
            <p:cNvSpPr/>
            <p:nvPr/>
          </p:nvSpPr>
          <p:spPr>
            <a:xfrm>
              <a:off x="6642694" y="3326783"/>
              <a:ext cx="147483" cy="270624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Up 21">
              <a:extLst>
                <a:ext uri="{FF2B5EF4-FFF2-40B4-BE49-F238E27FC236}">
                  <a16:creationId xmlns:a16="http://schemas.microsoft.com/office/drawing/2014/main" id="{8454A646-4093-C375-4AB6-15A0961DB729}"/>
                </a:ext>
              </a:extLst>
            </p:cNvPr>
            <p:cNvSpPr/>
            <p:nvPr/>
          </p:nvSpPr>
          <p:spPr>
            <a:xfrm>
              <a:off x="6662358" y="4726192"/>
              <a:ext cx="147483" cy="270624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CEA8D8-4A89-5ED8-CC75-4853A0F4EEEA}"/>
              </a:ext>
            </a:extLst>
          </p:cNvPr>
          <p:cNvGrpSpPr/>
          <p:nvPr/>
        </p:nvGrpSpPr>
        <p:grpSpPr>
          <a:xfrm>
            <a:off x="5108858" y="5455459"/>
            <a:ext cx="3072583" cy="551124"/>
            <a:chOff x="5255338" y="5347304"/>
            <a:chExt cx="3072583" cy="5511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C6650D0-B02C-DA94-53C7-FC18B835B576}"/>
                </a:ext>
              </a:extLst>
            </p:cNvPr>
            <p:cNvSpPr/>
            <p:nvPr/>
          </p:nvSpPr>
          <p:spPr>
            <a:xfrm>
              <a:off x="5255338" y="5347304"/>
              <a:ext cx="3072583" cy="5511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291FD0-EDE4-130A-6D2E-EE46845ADE64}"/>
                </a:ext>
              </a:extLst>
            </p:cNvPr>
            <p:cNvSpPr txBox="1"/>
            <p:nvPr/>
          </p:nvSpPr>
          <p:spPr>
            <a:xfrm>
              <a:off x="5555226" y="5450547"/>
              <a:ext cx="26694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Feature Storage (CSV files)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4336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E7EF-EF01-343A-E30A-63AC4FE7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515" y="91168"/>
            <a:ext cx="4031227" cy="62250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Module Identification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368DD-4411-9D12-E0C4-313156B303F6}"/>
              </a:ext>
            </a:extLst>
          </p:cNvPr>
          <p:cNvSpPr txBox="1"/>
          <p:nvPr/>
        </p:nvSpPr>
        <p:spPr>
          <a:xfrm>
            <a:off x="884901" y="713673"/>
            <a:ext cx="4031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326CC-C83C-D895-411C-CEBC1193A939}"/>
              </a:ext>
            </a:extLst>
          </p:cNvPr>
          <p:cNvSpPr txBox="1"/>
          <p:nvPr/>
        </p:nvSpPr>
        <p:spPr>
          <a:xfrm>
            <a:off x="757084" y="1003215"/>
            <a:ext cx="8288593" cy="595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feature extraction (e.g., MFCCs or spectrograms)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of emotion classes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Train–Test split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 (e.g., oversampling)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audio features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patterns in speech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(LSTM)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LSTM(128,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return_sequences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LSTM(64)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Dense(64,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Dense(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multi-class)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</a:t>
            </a:r>
          </a:p>
        </p:txBody>
      </p:sp>
    </p:spTree>
    <p:extLst>
      <p:ext uri="{BB962C8B-B14F-4D97-AF65-F5344CB8AC3E}">
        <p14:creationId xmlns:p14="http://schemas.microsoft.com/office/powerpoint/2010/main" val="420325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BE0A-8E1D-D062-18E4-12E4DB39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B2DA-8A7B-F3D7-894C-70BC37BF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4" y="268149"/>
            <a:ext cx="4031227" cy="62250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Module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B5387-97B4-7BA0-A448-A98FF3FCCC9A}"/>
              </a:ext>
            </a:extLst>
          </p:cNvPr>
          <p:cNvSpPr txBox="1"/>
          <p:nvPr/>
        </p:nvSpPr>
        <p:spPr>
          <a:xfrm>
            <a:off x="786580" y="1269932"/>
            <a:ext cx="8209936" cy="558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Physiological feature cleaning</a:t>
            </a:r>
          </a:p>
          <a:p>
            <a:pPr lvl="8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Label Encoding for binary classification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Class Imbalance Handling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Local features via Conv1D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Sequential dependencies via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(CNN +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Conv1D(16, kernel=5,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(32,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return_sequences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Dense(64,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Output: Dense(2,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Binary Emotion Recognition)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Accuracy, Precision, Recall, F1-score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862C8-0E7E-E28B-686B-2F77214EF978}"/>
              </a:ext>
            </a:extLst>
          </p:cNvPr>
          <p:cNvSpPr txBox="1"/>
          <p:nvPr/>
        </p:nvSpPr>
        <p:spPr>
          <a:xfrm>
            <a:off x="894735" y="890654"/>
            <a:ext cx="5535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Model</a:t>
            </a:r>
          </a:p>
        </p:txBody>
      </p:sp>
    </p:spTree>
    <p:extLst>
      <p:ext uri="{BB962C8B-B14F-4D97-AF65-F5344CB8AC3E}">
        <p14:creationId xmlns:p14="http://schemas.microsoft.com/office/powerpoint/2010/main" val="261284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9D3D-47AB-8AA0-765E-CCCDBD46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334C-6215-5342-B5A2-F247E194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4" y="268149"/>
            <a:ext cx="4031227" cy="62250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Module Identification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92EDE-3814-EE7D-C111-17F171DCBDC4}"/>
              </a:ext>
            </a:extLst>
          </p:cNvPr>
          <p:cNvSpPr txBox="1"/>
          <p:nvPr/>
        </p:nvSpPr>
        <p:spPr>
          <a:xfrm>
            <a:off x="806245" y="1499245"/>
            <a:ext cx="8160774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Input 1: Speech features (from SER)</a:t>
            </a:r>
          </a:p>
          <a:p>
            <a:pPr lvl="2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Input 2: HER features</a:t>
            </a:r>
          </a:p>
          <a:p>
            <a:pPr lvl="2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Synchronization &amp; normalization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Speech Dense layers: 128 → 64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HER Dense layers: 128 → 64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(Fusion Network)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Concatenation of speech + HER features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Dense(128,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Output: Dense(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multi-class emotion classification)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Accuracy, Precision, Recall, F1-score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Confusion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92A47-5E74-D570-0AEB-EAB146B8CB28}"/>
              </a:ext>
            </a:extLst>
          </p:cNvPr>
          <p:cNvSpPr txBox="1"/>
          <p:nvPr/>
        </p:nvSpPr>
        <p:spPr>
          <a:xfrm>
            <a:off x="973394" y="994895"/>
            <a:ext cx="5948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Model (SER + HER Combined)</a:t>
            </a:r>
          </a:p>
        </p:txBody>
      </p:sp>
    </p:spTree>
    <p:extLst>
      <p:ext uri="{BB962C8B-B14F-4D97-AF65-F5344CB8AC3E}">
        <p14:creationId xmlns:p14="http://schemas.microsoft.com/office/powerpoint/2010/main" val="2543764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1046285" y="140057"/>
            <a:ext cx="8229600" cy="71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614363" y="986811"/>
            <a:ext cx="8229600" cy="550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Attributes: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ECG Dataset: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patient_id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age, signal (ECG time-series),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emotion_label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valence, arousal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Speech Dataset: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speaker_id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audio_path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emotion_label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valence, arousal, pitch, energy, MFCCs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Fusion Dataset: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emotion_label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ecg_features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speech_features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(post feature extraction and alignment)</a:t>
            </a: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Number of Records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Data: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3,000 ECG signal samples labeled with emotional/physiological states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Data: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7,000 audio samples from multiple public datasets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57" name="Google Shape;157;p2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454C6E2-B9E7-C8C9-7226-45B17668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>
            <a:extLst>
              <a:ext uri="{FF2B5EF4-FFF2-40B4-BE49-F238E27FC236}">
                <a16:creationId xmlns:a16="http://schemas.microsoft.com/office/drawing/2014/main" id="{ABA90DC8-E0AC-E6DE-8A3B-776E26AEB1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6285" y="140057"/>
            <a:ext cx="8229600" cy="85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2">
            <a:extLst>
              <a:ext uri="{FF2B5EF4-FFF2-40B4-BE49-F238E27FC236}">
                <a16:creationId xmlns:a16="http://schemas.microsoft.com/office/drawing/2014/main" id="{B9AB8A65-4387-66CD-AB31-D24479193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3586" y="1524000"/>
            <a:ext cx="8229600" cy="433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Format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arrays (CSV/NumPy format)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 audio files and extracted features (CSV or NumPy arrays)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Link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ECG Dataset: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https://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www.Zenodo.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com/datasets/evilspirit05/ecg-analysis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Speech Dataset: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https://www.kaggle.com/datasets/ejlok1/cremad</a:t>
            </a:r>
          </a:p>
          <a:p>
            <a:pPr lvl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Arial" panose="020B0604020202020204" pitchFamily="34" charset="0"/>
              <a:buChar char="•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>
            <a:extLst>
              <a:ext uri="{FF2B5EF4-FFF2-40B4-BE49-F238E27FC236}">
                <a16:creationId xmlns:a16="http://schemas.microsoft.com/office/drawing/2014/main" id="{C0E5D7B5-CD8E-0E13-B7D4-13854AA8323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57" name="Google Shape;157;p22">
            <a:extLst>
              <a:ext uri="{FF2B5EF4-FFF2-40B4-BE49-F238E27FC236}">
                <a16:creationId xmlns:a16="http://schemas.microsoft.com/office/drawing/2014/main" id="{B98CEA25-CA09-1D85-91E1-592E8963EEC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5965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title"/>
          </p:nvPr>
        </p:nvSpPr>
        <p:spPr>
          <a:xfrm>
            <a:off x="685800" y="335573"/>
            <a:ext cx="8229600" cy="50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PREPROCESSING TECHNIQUES</a:t>
            </a:r>
            <a:endParaRPr dirty="0"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685800" y="1349478"/>
            <a:ext cx="8229600" cy="494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Filtering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Applied bandpass filtering (0.5–40 Hz) to remove baseline noise and high-frequency artifacts from ECG signals.</a:t>
            </a:r>
          </a:p>
          <a:p>
            <a:pPr lvl="0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Extracted temporal (HRV) and frequency-domain features from ECG, extracted MFCC, pitch, ZCR, and energy features from speech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Mapping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Standardized emotion labels from both datasets into four emotional quadrants (HVHA, HVLA, LVHA, LVLA) based on valence-arousal model</a:t>
            </a:r>
          </a:p>
          <a:p>
            <a:pPr lvl="0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Preparation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Aligned and grouped ECG and speech samples under the same emotion label to generate fusion dataset entries.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dt" idx="10"/>
          </p:nvPr>
        </p:nvSpPr>
        <p:spPr>
          <a:xfrm>
            <a:off x="83574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861646" y="704850"/>
            <a:ext cx="7825154" cy="67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703384" y="1566698"/>
            <a:ext cx="772843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Python</a:t>
            </a:r>
            <a:endParaRPr dirty="0"/>
          </a:p>
          <a:p>
            <a:pPr marL="0" lvl="0" indent="-127000">
              <a:lnSpc>
                <a:spcPct val="150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TensorFlow, NumPy, SciPy,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Pandas, Matplotlib, Seaborn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Google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Notebook</a:t>
            </a:r>
            <a:endParaRPr dirty="0"/>
          </a:p>
          <a:p>
            <a:pPr marL="0" lvl="0" indent="-127000">
              <a:lnSpc>
                <a:spcPct val="150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Matrix, Accuracy Graphs, F1-Score Heatmaps, ROC Curve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673100" lvl="1" indent="-3429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ECG Dataset: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Zenodo – ECG Analysis Dataset</a:t>
            </a:r>
          </a:p>
          <a:p>
            <a:pPr marL="673100" lvl="1" indent="-3429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Speech Dataset: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Kaggle – CREMA-D Emotional Speech Dataset</a:t>
            </a:r>
            <a:endParaRPr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EADE-8E53-3C23-9977-FC5A43AB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671" y="429546"/>
            <a:ext cx="2394155" cy="475021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83BCE-513D-1421-067F-5311092F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2448352"/>
            <a:ext cx="8229600" cy="2922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010305-8360-1C96-1EF0-EE80EE953E65}"/>
              </a:ext>
            </a:extLst>
          </p:cNvPr>
          <p:cNvSpPr txBox="1"/>
          <p:nvPr/>
        </p:nvSpPr>
        <p:spPr>
          <a:xfrm>
            <a:off x="732503" y="1767659"/>
            <a:ext cx="303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Installing packages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73471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B6CA-F1B0-68C4-1547-BF008346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832" y="164075"/>
            <a:ext cx="2295832" cy="53893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28A3B-9456-C0A3-2C1E-D2F0E4E8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8" y="1322745"/>
            <a:ext cx="3836732" cy="1298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6B96A-41F9-C8F0-4937-D9D167E07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832" y="2680049"/>
            <a:ext cx="5134590" cy="1891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82E634-9D53-DBE6-1C4C-20411659D1A9}"/>
              </a:ext>
            </a:extLst>
          </p:cNvPr>
          <p:cNvSpPr txBox="1"/>
          <p:nvPr/>
        </p:nvSpPr>
        <p:spPr>
          <a:xfrm>
            <a:off x="835742" y="89473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the necessary modules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70300-B449-CC10-8F79-891A132367FE}"/>
              </a:ext>
            </a:extLst>
          </p:cNvPr>
          <p:cNvSpPr txBox="1"/>
          <p:nvPr/>
        </p:nvSpPr>
        <p:spPr>
          <a:xfrm>
            <a:off x="1573162" y="2680049"/>
            <a:ext cx="299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HER Model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78BBB-8BE6-8190-ACED-325B30CC7D86}"/>
              </a:ext>
            </a:extLst>
          </p:cNvPr>
          <p:cNvSpPr txBox="1"/>
          <p:nvPr/>
        </p:nvSpPr>
        <p:spPr>
          <a:xfrm>
            <a:off x="3614737" y="6483586"/>
            <a:ext cx="223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Fusion Model</a:t>
            </a:r>
            <a:endParaRPr lang="en-IN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9BE3E-482E-FFD4-13C7-21BE9CB52228}"/>
              </a:ext>
            </a:extLst>
          </p:cNvPr>
          <p:cNvSpPr txBox="1"/>
          <p:nvPr/>
        </p:nvSpPr>
        <p:spPr>
          <a:xfrm>
            <a:off x="5842819" y="4582590"/>
            <a:ext cx="299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SER Model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1FFBB-482D-3BC8-DC66-273FB87D7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68" y="4925786"/>
            <a:ext cx="6012447" cy="15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14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BB24-3DA0-8731-9D54-5552DBA6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928" y="189825"/>
            <a:ext cx="2305665" cy="471334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7C593-5E35-778F-60B8-4AAC2E25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1" y="2103119"/>
            <a:ext cx="8406581" cy="4329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0638D6-20C9-C582-ACBD-3FB374D3DC98}"/>
              </a:ext>
            </a:extLst>
          </p:cNvPr>
          <p:cNvSpPr txBox="1"/>
          <p:nvPr/>
        </p:nvSpPr>
        <p:spPr>
          <a:xfrm>
            <a:off x="855406" y="1451913"/>
            <a:ext cx="3382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Speech Dataset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27699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9658-FA38-E9E2-78A9-6F30735C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748" y="419715"/>
            <a:ext cx="2256503" cy="471334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76D9E-4831-3892-E364-7291F17B7301}"/>
              </a:ext>
            </a:extLst>
          </p:cNvPr>
          <p:cNvSpPr txBox="1"/>
          <p:nvPr/>
        </p:nvSpPr>
        <p:spPr>
          <a:xfrm>
            <a:off x="1061884" y="1332641"/>
            <a:ext cx="3401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Build Fusion Model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586A1-3EB3-72C0-6FC7-B61338497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12" y="1784155"/>
            <a:ext cx="5178862" cy="496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41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C373-0253-B178-9379-F4DBC1F2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958" y="698089"/>
            <a:ext cx="2403987" cy="510663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AB1AA-3CD0-D486-136E-A3DFE25BCF9B}"/>
              </a:ext>
            </a:extLst>
          </p:cNvPr>
          <p:cNvSpPr txBox="1"/>
          <p:nvPr/>
        </p:nvSpPr>
        <p:spPr>
          <a:xfrm>
            <a:off x="816077" y="1661652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C330F-C14A-6B64-0462-1C030BD70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841" y="2591342"/>
            <a:ext cx="5868219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81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B1A4-E823-4E25-6CD5-D8F68216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639" y="301727"/>
            <a:ext cx="2310581" cy="455356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314C1-AE7C-5450-1698-CBD730BC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8" y="926190"/>
            <a:ext cx="3195604" cy="28272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88F90-FE16-A2D6-3902-A0B42302EDC6}"/>
              </a:ext>
            </a:extLst>
          </p:cNvPr>
          <p:cNvSpPr txBox="1"/>
          <p:nvPr/>
        </p:nvSpPr>
        <p:spPr>
          <a:xfrm>
            <a:off x="1410989" y="3858854"/>
            <a:ext cx="144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SER Model</a:t>
            </a:r>
            <a:endParaRPr lang="en-IN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8BA98-6629-00D3-A131-1BECBCAE7DE3}"/>
              </a:ext>
            </a:extLst>
          </p:cNvPr>
          <p:cNvSpPr txBox="1"/>
          <p:nvPr/>
        </p:nvSpPr>
        <p:spPr>
          <a:xfrm>
            <a:off x="7187780" y="3858855"/>
            <a:ext cx="151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HER Model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26FA85-FC5D-AA33-278A-617EF37D9874}"/>
              </a:ext>
            </a:extLst>
          </p:cNvPr>
          <p:cNvSpPr txBox="1"/>
          <p:nvPr/>
        </p:nvSpPr>
        <p:spPr>
          <a:xfrm>
            <a:off x="4208265" y="6516885"/>
            <a:ext cx="168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Fusion Model</a:t>
            </a:r>
            <a:endParaRPr lang="en-IN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E70D4C-A9A3-02DA-CE2C-689A3298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271" y="850529"/>
            <a:ext cx="3932903" cy="2851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7EA8AA-D8BF-ECBF-3518-3EB0E1C9A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911" y="3662473"/>
            <a:ext cx="3352999" cy="285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32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F1F0-2661-015E-1660-E240C070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755" y="393290"/>
            <a:ext cx="2374490" cy="45166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E9AC3-B773-9BDE-F564-8F6B366E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88" y="2389238"/>
            <a:ext cx="4228347" cy="3357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475930-3628-B38A-7E92-A683FFD13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35" y="2531806"/>
            <a:ext cx="3889300" cy="30724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703B6C-64AA-0AC7-FE84-C2D3F46E840A}"/>
              </a:ext>
            </a:extLst>
          </p:cNvPr>
          <p:cNvSpPr txBox="1"/>
          <p:nvPr/>
        </p:nvSpPr>
        <p:spPr>
          <a:xfrm>
            <a:off x="1381433" y="1321202"/>
            <a:ext cx="263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SER Model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7863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CBFF-DAC0-2AB9-1F42-3B1B144D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8344" y="459044"/>
            <a:ext cx="2325329" cy="475021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F0A09-317B-2D31-E417-B6248029B166}"/>
              </a:ext>
            </a:extLst>
          </p:cNvPr>
          <p:cNvSpPr txBox="1"/>
          <p:nvPr/>
        </p:nvSpPr>
        <p:spPr>
          <a:xfrm>
            <a:off x="1337187" y="1494503"/>
            <a:ext cx="276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HER Model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96E04F-993E-E878-94EF-67B7399A7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75" y="2015612"/>
            <a:ext cx="5800954" cy="2231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47F755-5835-2AFB-AD31-2A05B203E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587" y="4287786"/>
            <a:ext cx="5516930" cy="21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35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54FB-DA9E-8559-3442-3741B2D1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338" y="477172"/>
            <a:ext cx="2271253" cy="455356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Screenshots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D9C33-982B-5C0E-F6C5-9103AC7ABF5A}"/>
              </a:ext>
            </a:extLst>
          </p:cNvPr>
          <p:cNvSpPr txBox="1"/>
          <p:nvPr/>
        </p:nvSpPr>
        <p:spPr>
          <a:xfrm>
            <a:off x="1199535" y="143551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Fusion Model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0CE12-1E15-C8E0-EDFD-0B9A3D6D6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57" y="2348214"/>
            <a:ext cx="4195956" cy="3936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C1180-4A98-4F9F-59B4-9E9B8DAB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964" y="2512132"/>
            <a:ext cx="3985448" cy="37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49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6DF1-6659-6F6E-4836-2C853FA9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38" y="704850"/>
            <a:ext cx="7211961" cy="114300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Performance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D6499A-7C71-618A-0E80-5EFDD8B20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24969"/>
              </p:ext>
            </p:extLst>
          </p:nvPr>
        </p:nvGraphicFramePr>
        <p:xfrm>
          <a:off x="845574" y="2501900"/>
          <a:ext cx="8141109" cy="3524545"/>
        </p:xfrm>
        <a:graphic>
          <a:graphicData uri="http://schemas.openxmlformats.org/drawingml/2006/table">
            <a:tbl>
              <a:tblPr firstRow="1" bandRow="1">
                <a:tableStyleId>{8E62F8AC-4029-4E4F-970A-79537DD6D501}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201951009"/>
                    </a:ext>
                  </a:extLst>
                </a:gridCol>
                <a:gridCol w="1504336">
                  <a:extLst>
                    <a:ext uri="{9D8B030D-6E8A-4147-A177-3AD203B41FA5}">
                      <a16:colId xmlns:a16="http://schemas.microsoft.com/office/drawing/2014/main" val="1801852886"/>
                    </a:ext>
                  </a:extLst>
                </a:gridCol>
                <a:gridCol w="1406013">
                  <a:extLst>
                    <a:ext uri="{9D8B030D-6E8A-4147-A177-3AD203B41FA5}">
                      <a16:colId xmlns:a16="http://schemas.microsoft.com/office/drawing/2014/main" val="3469244498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2433178520"/>
                    </a:ext>
                  </a:extLst>
                </a:gridCol>
                <a:gridCol w="1376515">
                  <a:extLst>
                    <a:ext uri="{9D8B030D-6E8A-4147-A177-3AD203B41FA5}">
                      <a16:colId xmlns:a16="http://schemas.microsoft.com/office/drawing/2014/main" val="2349870571"/>
                    </a:ext>
                  </a:extLst>
                </a:gridCol>
              </a:tblGrid>
              <a:tr h="687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25984"/>
                  </a:ext>
                </a:extLst>
              </a:tr>
              <a:tr h="71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SER (LSTM)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98.39%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98.39%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892013"/>
                  </a:ext>
                </a:extLst>
              </a:tr>
              <a:tr h="687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HER (CNN + BiLSTM)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222283"/>
                  </a:ext>
                </a:extLst>
              </a:tr>
              <a:tr h="74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Fusion (Concatenation)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25837"/>
                  </a:ext>
                </a:extLst>
              </a:tr>
              <a:tr h="687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Fusion + Attention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94.11%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87.70%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94.16%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87.80%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327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811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24D2-680F-02D8-5144-357C9D91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695017"/>
            <a:ext cx="7565922" cy="64216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17DD3-FF83-7168-2D0F-77B155421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419" y="1463163"/>
            <a:ext cx="8229600" cy="52356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built three deep learning models for emotion recognition: SER Model (LSTM) for speech signals, HER Model (CNN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heart-rate/physiological signals, Fusion Model that fused both modalities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stronger Fusion model with Attention was used, with ~87.7% test accuracy and better generalization, being resistant to noisy or missing data.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both speech and physiological features resulted in more balanced precision, recall, and F1-score outcomes, so the model won't tend to be biased towards a particular emotion class.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summary, the project shows that deep learning–based multimodal fusion can successfully identify intricate emotional patterns and is thus well-suited for real-world wearable applications in healthcare, human–computer interaction, and monitoring of mental well-being.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277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83F1-1BEC-ADD4-D57D-8DE74622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97CD8-916C-7FE2-5B2B-140FBEA2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4" y="704850"/>
            <a:ext cx="7969045" cy="114300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Future Enhancement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71131-FBC4-3367-720E-E9250BB4D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754" y="2397280"/>
            <a:ext cx="8229600" cy="30694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newer architectures like Transformers and Graph Neural Networks (GNNs) to enable richer emotion representation.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real-time, light-weight, and interpretable emotion recognition systems for mobile and IoT platform deployment.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multimodal fusion by incorporating facial expressions or body movements to improve accuracy.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4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1441938" y="2480286"/>
            <a:ext cx="7244862" cy="45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r>
              <a:rPr lang="en-US" sz="5400" b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 sz="5400" b="1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sz="5400"/>
          </a:p>
        </p:txBody>
      </p:sp>
      <p:sp>
        <p:nvSpPr>
          <p:cNvPr id="177" name="Google Shape;1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7/14/2025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1924</Words>
  <Application>Microsoft Office PowerPoint</Application>
  <PresentationFormat>On-screen Show (4:3)</PresentationFormat>
  <Paragraphs>348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INTRODUCTION</vt:lpstr>
      <vt:lpstr>Objectives</vt:lpstr>
      <vt:lpstr>LITERATURE SURVEY</vt:lpstr>
      <vt:lpstr>PowerPoint Presentation</vt:lpstr>
      <vt:lpstr>PowerPoint Presentation</vt:lpstr>
      <vt:lpstr>PowerPoint Presentation</vt:lpstr>
      <vt:lpstr>PowerPoint Presentation</vt:lpstr>
      <vt:lpstr>PROPOSED SYSTEM</vt:lpstr>
      <vt:lpstr>System Flow Diagram</vt:lpstr>
      <vt:lpstr>Module Identification</vt:lpstr>
      <vt:lpstr>Module Identification</vt:lpstr>
      <vt:lpstr>Module Identification</vt:lpstr>
      <vt:lpstr>DATASET DESCRIPTION</vt:lpstr>
      <vt:lpstr>DATASET DESCRIPTION</vt:lpstr>
      <vt:lpstr>PREPROCESSING TECHNIQUES</vt:lpstr>
      <vt:lpstr>Tools and Technologies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Performance Analysis</vt:lpstr>
      <vt:lpstr>Conclusion</vt:lpstr>
      <vt:lpstr>Future Enhancement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Shandeep Sugumar</cp:lastModifiedBy>
  <cp:revision>1</cp:revision>
  <dcterms:modified xsi:type="dcterms:W3CDTF">2025-09-02T04:20:40Z</dcterms:modified>
</cp:coreProperties>
</file>